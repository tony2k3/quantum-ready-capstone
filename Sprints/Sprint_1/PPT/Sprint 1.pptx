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0" r:id="rId1"/>
  </p:sldMasterIdLst>
  <p:sldIdLst>
    <p:sldId id="256" r:id="rId2"/>
    <p:sldId id="257" r:id="rId3"/>
    <p:sldId id="258" r:id="rId4"/>
    <p:sldId id="259" r:id="rId5"/>
    <p:sldId id="268" r:id="rId6"/>
    <p:sldId id="260" r:id="rId7"/>
    <p:sldId id="261" r:id="rId8"/>
    <p:sldId id="262" r:id="rId9"/>
    <p:sldId id="263" r:id="rId10"/>
    <p:sldId id="264" r:id="rId11"/>
    <p:sldId id="265" r:id="rId12"/>
    <p:sldId id="270" r:id="rId13"/>
    <p:sldId id="266" r:id="rId14"/>
    <p:sldId id="267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653" dt="2026-10-12T02:39:38.505"/>
    <p1510:client id="{05886A9B-D286-5932-052A-98B0E55F89AE}" v="265" dt="2026-10-12T03:50:48.204"/>
    <p1510:client id="{EC2F97F7-843C-06C0-6C36-39B95531D259}" v="429" dt="2026-10-12T03:49:43.43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39" y="1033272"/>
            <a:ext cx="5892073" cy="389534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80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40" y="5733288"/>
            <a:ext cx="5892071" cy="795528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F08B46D-341A-2502-FE91-2C5EF771037B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6931152" y="793817"/>
            <a:ext cx="5260848" cy="6064181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938587" y="207982"/>
            <a:ext cx="2662798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BB8170F-0370-4A38-8BF3-83D69476AE62}" type="datetimeFigureOut">
              <a:rPr lang="en-US" dirty="0"/>
              <a:t>10/11/2026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53D0FD4-819D-4187-8797-C35567B41C78}" type="slidenum">
              <a:rPr lang="en-US" dirty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F2C2C7B-6B47-4A5B-B24C-B316964ABE62}"/>
              </a:ext>
            </a:extLst>
          </p:cNvPr>
          <p:cNvCxnSpPr>
            <a:cxnSpLocks/>
          </p:cNvCxnSpPr>
          <p:nvPr/>
        </p:nvCxnSpPr>
        <p:spPr>
          <a:xfrm flipV="1">
            <a:off x="6929823" y="789558"/>
            <a:ext cx="0" cy="6068442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F32355F-80FD-3956-F8D4-9DF4073D0E2E}"/>
              </a:ext>
            </a:extLst>
          </p:cNvPr>
          <p:cNvCxnSpPr>
            <a:cxnSpLocks/>
          </p:cNvCxnSpPr>
          <p:nvPr/>
        </p:nvCxnSpPr>
        <p:spPr>
          <a:xfrm>
            <a:off x="0" y="5420250"/>
            <a:ext cx="6929823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D4DD8B2-0D73-EB9B-9708-67DF28E40F96}"/>
              </a:ext>
            </a:extLst>
          </p:cNvPr>
          <p:cNvCxnSpPr>
            <a:cxnSpLocks/>
          </p:cNvCxnSpPr>
          <p:nvPr/>
        </p:nvCxnSpPr>
        <p:spPr>
          <a:xfrm>
            <a:off x="0" y="791907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401328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612648"/>
            <a:ext cx="11253668" cy="1106424"/>
          </a:xfrm>
        </p:spPr>
        <p:txBody>
          <a:bodyPr/>
          <a:lstStyle>
            <a:lvl1pPr>
              <a:defRPr sz="6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559" y="2139696"/>
            <a:ext cx="11253668" cy="428853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D457B6E-DC25-9A54-64F7-98703149B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D49DF708-DA4E-D117-5CE8-7401A836F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15516-589F-487D-BF51-9635DCEA90D5}" type="datetimeFigureOut">
              <a:rPr lang="en-US" dirty="0"/>
              <a:t>10/11/2026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D1AE2728-8254-BE0F-89AB-2D5352D66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D0FD4-819D-4187-8797-C35567B41C78}" type="slidenum">
              <a:rPr lang="en-US" dirty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93DFD8D-B66E-C844-B523-E3C51265F5EA}"/>
              </a:ext>
            </a:extLst>
          </p:cNvPr>
          <p:cNvCxnSpPr>
            <a:cxnSpLocks/>
          </p:cNvCxnSpPr>
          <p:nvPr/>
        </p:nvCxnSpPr>
        <p:spPr>
          <a:xfrm>
            <a:off x="0" y="1805563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14891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" y="5223554"/>
            <a:ext cx="11430000" cy="9144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39" y="6083090"/>
            <a:ext cx="11429999" cy="566928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F08B46D-341A-2502-FE91-2C5EF771037B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0" y="0"/>
            <a:ext cx="12192000" cy="50694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BD5D1244-0536-4076-95F8-65E3144966FF}" type="datetimeFigureOut">
              <a:rPr lang="en-US" dirty="0"/>
              <a:t>10/11/2026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753D0FD4-819D-4187-8797-C35567B41C78}" type="slidenum">
              <a:rPr lang="en-US" dirty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ABE8472-319C-7663-7B71-2A6549DED7EF}"/>
              </a:ext>
            </a:extLst>
          </p:cNvPr>
          <p:cNvCxnSpPr>
            <a:cxnSpLocks/>
          </p:cNvCxnSpPr>
          <p:nvPr/>
        </p:nvCxnSpPr>
        <p:spPr>
          <a:xfrm>
            <a:off x="0" y="5068350"/>
            <a:ext cx="12188952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59613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" y="758952"/>
            <a:ext cx="7589520" cy="4087368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9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39" y="5404104"/>
            <a:ext cx="11515277" cy="576072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3" y="6254496"/>
            <a:ext cx="2963692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921742" y="6254496"/>
            <a:ext cx="1679642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8F94E15-B448-489B-871D-A40527BFA7B7}" type="datetimeFigureOut">
              <a:rPr lang="en-US" dirty="0"/>
              <a:t>10/11/2026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254496"/>
            <a:ext cx="546447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53D0FD4-819D-4187-8797-C35567B41C78}" type="slidenum">
              <a:rPr lang="en-US" dirty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05C310B-ED34-BA33-630C-F8D5EB2A41A2}"/>
              </a:ext>
            </a:extLst>
          </p:cNvPr>
          <p:cNvCxnSpPr>
            <a:cxnSpLocks/>
          </p:cNvCxnSpPr>
          <p:nvPr/>
        </p:nvCxnSpPr>
        <p:spPr>
          <a:xfrm>
            <a:off x="0" y="6057900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6B77E3C-9D50-9277-C646-D9B5AB8122BB}"/>
              </a:ext>
            </a:extLst>
          </p:cNvPr>
          <p:cNvCxnSpPr>
            <a:cxnSpLocks/>
          </p:cNvCxnSpPr>
          <p:nvPr/>
        </p:nvCxnSpPr>
        <p:spPr>
          <a:xfrm>
            <a:off x="0" y="5274776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49188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rgbClr val="C835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77CE2-4402-942B-FD26-6E29BDAB9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" y="1435608"/>
            <a:ext cx="11594592" cy="5559552"/>
          </a:xfrm>
        </p:spPr>
        <p:txBody>
          <a:bodyPr anchor="b">
            <a:normAutofit/>
          </a:bodyPr>
          <a:lstStyle>
            <a:lvl1pPr>
              <a:lnSpc>
                <a:spcPct val="67000"/>
              </a:lnSpc>
              <a:defRPr sz="14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C3F3D2-CADD-A94F-6739-CCCDA6C6F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CC541E-3AF5-9564-CE04-E4B86459D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E994A23-0EFF-404D-A2C5-6B54939039AD}" type="datetimeFigureOut">
              <a:rPr lang="en-US" dirty="0"/>
              <a:t>10/11/2026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C772A7-7F28-0EB0-D243-BCC6917DA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53D0FD4-819D-4187-8797-C35567B41C78}" type="slidenum">
              <a:rPr lang="en-US" dirty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F716D65-B11C-E9B7-66BF-88E72C5DCEBA}"/>
              </a:ext>
            </a:extLst>
          </p:cNvPr>
          <p:cNvCxnSpPr>
            <a:cxnSpLocks/>
          </p:cNvCxnSpPr>
          <p:nvPr/>
        </p:nvCxnSpPr>
        <p:spPr>
          <a:xfrm>
            <a:off x="0" y="783822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63273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bg>
      <p:bgPr>
        <a:solidFill>
          <a:schemeClr val="bg2">
            <a:lumMod val="90000"/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7" y="886968"/>
            <a:ext cx="11405277" cy="1170432"/>
          </a:xfrm>
        </p:spPr>
        <p:txBody>
          <a:bodyPr>
            <a:normAutofit/>
          </a:bodyPr>
          <a:lstStyle>
            <a:lvl1pPr>
              <a:defRPr sz="8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7599C6D-D164-AA94-72F8-241C18719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4881" y="2832652"/>
            <a:ext cx="6893719" cy="3508951"/>
          </a:xfrm>
        </p:spPr>
        <p:txBody>
          <a:bodyPr anchor="t"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800100" indent="-342900">
              <a:buFont typeface="+mj-lt"/>
              <a:buAutoNum type="arabicPeriod"/>
              <a:defRPr sz="1800"/>
            </a:lvl2pPr>
            <a:lvl3pPr marL="1257300" indent="-342900">
              <a:buFont typeface="+mj-lt"/>
              <a:buAutoNum type="arabicPeriod"/>
              <a:defRPr sz="1600"/>
            </a:lvl3pPr>
            <a:lvl4pPr marL="1714500" indent="-342900">
              <a:buFont typeface="+mj-lt"/>
              <a:buAutoNum type="arabicPeriod"/>
              <a:defRPr sz="1400"/>
            </a:lvl4pPr>
            <a:lvl5pPr marL="21717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B50CAA-07B2-F8CA-1425-4249CE17A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311C3-93DB-42DC-917F-4386F19A1E3B}" type="datetimeFigureOut">
              <a:rPr lang="en-US" dirty="0"/>
              <a:t>10/11/2026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DEAD866-E26E-BF23-7B5D-9F689B2FA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D0FD4-819D-4187-8797-C35567B41C78}" type="slidenum">
              <a:rPr lang="en-US" dirty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8AC7CAE-FC19-2728-AA3B-1D2FE7879B25}"/>
              </a:ext>
            </a:extLst>
          </p:cNvPr>
          <p:cNvCxnSpPr>
            <a:cxnSpLocks/>
          </p:cNvCxnSpPr>
          <p:nvPr/>
        </p:nvCxnSpPr>
        <p:spPr>
          <a:xfrm>
            <a:off x="0" y="2118492"/>
            <a:ext cx="12192000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11B3592-91FB-05F4-B422-A40D7CD4DE2D}"/>
              </a:ext>
            </a:extLst>
          </p:cNvPr>
          <p:cNvCxnSpPr>
            <a:cxnSpLocks/>
          </p:cNvCxnSpPr>
          <p:nvPr/>
        </p:nvCxnSpPr>
        <p:spPr>
          <a:xfrm>
            <a:off x="0" y="800100"/>
            <a:ext cx="12192000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739675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with Picture">
    <p:bg>
      <p:bgPr>
        <a:solidFill>
          <a:schemeClr val="bg2">
            <a:lumMod val="90000"/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66944" y="521208"/>
            <a:ext cx="6647688" cy="1865376"/>
          </a:xfrm>
        </p:spPr>
        <p:txBody>
          <a:bodyPr>
            <a:normAutofit/>
          </a:bodyPr>
          <a:lstStyle>
            <a:lvl1pPr>
              <a:defRPr sz="80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AD3A4126-4E48-DD2C-1468-6A36AE6C1D14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0" y="0"/>
            <a:ext cx="4917320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66943" y="2651760"/>
            <a:ext cx="6327648" cy="3547872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800100" indent="-342900">
              <a:buFont typeface="+mj-lt"/>
              <a:buAutoNum type="arabicPeriod"/>
              <a:defRPr sz="1800"/>
            </a:lvl2pPr>
            <a:lvl3pPr marL="1257300" indent="-342900">
              <a:buFont typeface="+mj-lt"/>
              <a:buAutoNum type="arabicPeriod"/>
              <a:defRPr sz="1600"/>
            </a:lvl3pPr>
            <a:lvl4pPr marL="1714500" indent="-342900">
              <a:buFont typeface="+mj-lt"/>
              <a:buAutoNum type="arabicPeriod"/>
              <a:defRPr sz="1400"/>
            </a:lvl4pPr>
            <a:lvl5pPr marL="21717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1899" y="210312"/>
            <a:ext cx="2962656" cy="411480"/>
          </a:xfrm>
        </p:spPr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73511" y="210312"/>
            <a:ext cx="1679642" cy="411480"/>
          </a:xfrm>
        </p:spPr>
        <p:txBody>
          <a:bodyPr/>
          <a:lstStyle/>
          <a:p>
            <a:fld id="{948C47DC-C479-4517-B1B0-94DB01BA76E7}" type="datetimeFigureOut">
              <a:rPr lang="en-US" dirty="0"/>
              <a:t>10/11/2026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D0FD4-819D-4187-8797-C35567B41C78}" type="slidenum">
              <a:rPr lang="en-US" dirty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7633BE4-C9B9-310C-1EAE-191B5D344B59}"/>
              </a:ext>
            </a:extLst>
          </p:cNvPr>
          <p:cNvCxnSpPr>
            <a:cxnSpLocks/>
          </p:cNvCxnSpPr>
          <p:nvPr/>
        </p:nvCxnSpPr>
        <p:spPr>
          <a:xfrm>
            <a:off x="4923916" y="2452449"/>
            <a:ext cx="7268084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A010762-96A4-4E1C-CD5D-EE1C1D1FC6E2}"/>
              </a:ext>
            </a:extLst>
          </p:cNvPr>
          <p:cNvCxnSpPr>
            <a:cxnSpLocks/>
          </p:cNvCxnSpPr>
          <p:nvPr/>
        </p:nvCxnSpPr>
        <p:spPr>
          <a:xfrm flipV="1">
            <a:off x="4923916" y="0"/>
            <a:ext cx="0" cy="685800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38817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191" y="2077374"/>
            <a:ext cx="4479107" cy="2691413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66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F7DEB5EF-910B-9B2B-CB95-1AD374FEC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51577" y="2210542"/>
            <a:ext cx="5869293" cy="2432477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5FD4BD0F-0EF0-D5B9-5485-1ECB765DC5D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51577" y="207982"/>
            <a:ext cx="1921315" cy="413360"/>
          </a:xfrm>
        </p:spPr>
        <p:txBody>
          <a:bodyPr/>
          <a:lstStyle/>
          <a:p>
            <a:fld id="{F92C9D0B-C1A3-434D-9CF9-A666A14DD8A1}" type="datetimeFigureOut">
              <a:rPr lang="en-US" dirty="0"/>
              <a:t>10/11/2026</a:t>
            </a:fld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8566B317-2D55-4797-E621-551FCA482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D0FD4-819D-4187-8797-C35567B41C78}" type="slidenum">
              <a:rPr lang="en-US" dirty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28C01F2-A815-18C2-F49B-D8E165722653}"/>
              </a:ext>
            </a:extLst>
          </p:cNvPr>
          <p:cNvCxnSpPr>
            <a:cxnSpLocks/>
          </p:cNvCxnSpPr>
          <p:nvPr/>
        </p:nvCxnSpPr>
        <p:spPr>
          <a:xfrm>
            <a:off x="5311938" y="1550633"/>
            <a:ext cx="0" cy="3756734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790D5D6-313A-8ACD-591F-F8BEC510B947}"/>
              </a:ext>
            </a:extLst>
          </p:cNvPr>
          <p:cNvCxnSpPr>
            <a:cxnSpLocks/>
          </p:cNvCxnSpPr>
          <p:nvPr/>
        </p:nvCxnSpPr>
        <p:spPr>
          <a:xfrm>
            <a:off x="0" y="5308844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F6F1415-3933-6D89-472D-2FA4BBB279E7}"/>
              </a:ext>
            </a:extLst>
          </p:cNvPr>
          <p:cNvCxnSpPr>
            <a:cxnSpLocks/>
          </p:cNvCxnSpPr>
          <p:nvPr/>
        </p:nvCxnSpPr>
        <p:spPr>
          <a:xfrm>
            <a:off x="0" y="1550633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33348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192" y="1249959"/>
            <a:ext cx="4085912" cy="512567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66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A5B8121-E925-2131-A76A-FBDAB0BC9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8384" y="1249959"/>
            <a:ext cx="6440424" cy="523876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DBA5BEFD-7245-BB4D-0F86-F1C3A32E067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63852" y="207982"/>
            <a:ext cx="1921315" cy="413360"/>
          </a:xfrm>
        </p:spPr>
        <p:txBody>
          <a:bodyPr/>
          <a:lstStyle/>
          <a:p>
            <a:fld id="{742A22FE-7CAA-4561-B3B2-F8D8C37BE3D2}" type="datetimeFigureOut">
              <a:rPr lang="en-US" dirty="0"/>
              <a:t>10/11/2026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5879897-4AF6-4B38-AB30-8DD979DC5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D0FD4-819D-4187-8797-C35567B41C78}" type="slidenum">
              <a:rPr lang="en-US" dirty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28C01F2-A815-18C2-F49B-D8E165722653}"/>
              </a:ext>
            </a:extLst>
          </p:cNvPr>
          <p:cNvCxnSpPr>
            <a:cxnSpLocks/>
          </p:cNvCxnSpPr>
          <p:nvPr/>
        </p:nvCxnSpPr>
        <p:spPr>
          <a:xfrm>
            <a:off x="4918746" y="805343"/>
            <a:ext cx="0" cy="6052657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91578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0876" y="749808"/>
            <a:ext cx="6442024" cy="20391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72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0" y="0"/>
            <a:ext cx="4910328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0875" y="213482"/>
            <a:ext cx="2962656" cy="411480"/>
          </a:xfrm>
        </p:spPr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09227" y="210312"/>
            <a:ext cx="1679642" cy="411480"/>
          </a:xfrm>
        </p:spPr>
        <p:txBody>
          <a:bodyPr/>
          <a:lstStyle/>
          <a:p>
            <a:fld id="{491FA625-EDE8-4CCD-93F2-36B8EAED6AA1}" type="datetimeFigureOut">
              <a:rPr lang="en-US" dirty="0"/>
              <a:t>10/11/2026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D0FD4-819D-4187-8797-C35567B41C78}" type="slidenum">
              <a:rPr lang="en-US" dirty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0875" y="2944368"/>
            <a:ext cx="6442025" cy="35716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4910328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17872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50308" y="612648"/>
            <a:ext cx="7022592" cy="103327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0" y="0"/>
            <a:ext cx="4342584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D81791C-036D-058C-0055-96793694D65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750307" y="210312"/>
            <a:ext cx="3531437" cy="413360"/>
          </a:xfrm>
        </p:spPr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2A8DE5B-9C41-DE5B-BF91-98510120DCF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9582299" y="210312"/>
            <a:ext cx="1679642" cy="413360"/>
          </a:xfrm>
        </p:spPr>
        <p:txBody>
          <a:bodyPr/>
          <a:lstStyle/>
          <a:p>
            <a:fld id="{5824A7B9-17B9-4425-9158-739F678A55EB}" type="datetimeFigureOut">
              <a:rPr lang="en-US" dirty="0"/>
              <a:t>10/11/2026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0E0FD979-F905-C567-8E21-A3EDCE17980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53D0FD4-819D-4187-8797-C35567B41C78}" type="slidenum">
              <a:rPr lang="en-US" dirty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50307" y="1746503"/>
            <a:ext cx="7022592" cy="48066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4345760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25849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612648"/>
            <a:ext cx="7015483" cy="103327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BB59EF2B-7C7F-BA27-16C2-C56B21D3774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2A99D216-CE5A-6458-A23E-BE0E554AC3D1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5224951" y="207982"/>
            <a:ext cx="1682496" cy="413360"/>
          </a:xfrm>
        </p:spPr>
        <p:txBody>
          <a:bodyPr/>
          <a:lstStyle/>
          <a:p>
            <a:fld id="{28E8FF4C-7F6A-4962-9270-F797B8959287}" type="datetimeFigureOut">
              <a:rPr lang="en-US" dirty="0"/>
              <a:t>10/11/2026</a:t>
            </a:fld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3220FA64-3C9A-EBCF-5C28-E7DED40C97D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6789594" y="207982"/>
            <a:ext cx="546447" cy="413360"/>
          </a:xfrm>
        </p:spPr>
        <p:txBody>
          <a:bodyPr/>
          <a:lstStyle/>
          <a:p>
            <a:fld id="{753D0FD4-819D-4187-8797-C35567B41C78}" type="slidenum">
              <a:rPr lang="en-US" dirty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773" y="1746504"/>
            <a:ext cx="7018271" cy="48066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7773592" y="0"/>
            <a:ext cx="4417215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7768833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94028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773" y="749808"/>
            <a:ext cx="5778227" cy="103327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0312"/>
            <a:ext cx="2962656" cy="411480"/>
          </a:xfrm>
        </p:spPr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969163" y="210312"/>
            <a:ext cx="1679642" cy="411480"/>
          </a:xfrm>
        </p:spPr>
        <p:txBody>
          <a:bodyPr/>
          <a:lstStyle/>
          <a:p>
            <a:fld id="{064F86E1-145A-4683-AD05-97E7E41B4995}" type="datetimeFigureOut">
              <a:rPr lang="en-US" dirty="0"/>
              <a:t>10/11/2026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614093" y="210312"/>
            <a:ext cx="546447" cy="413360"/>
          </a:xfrm>
        </p:spPr>
        <p:txBody>
          <a:bodyPr/>
          <a:lstStyle/>
          <a:p>
            <a:fld id="{753D0FD4-819D-4187-8797-C35567B41C78}" type="slidenum">
              <a:rPr lang="en-US" dirty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773" y="1993391"/>
            <a:ext cx="5778227" cy="455980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6575416" y="0"/>
            <a:ext cx="5616584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F4034EB-F498-D527-195A-D17B85027774}"/>
              </a:ext>
            </a:extLst>
          </p:cNvPr>
          <p:cNvCxnSpPr>
            <a:cxnSpLocks/>
          </p:cNvCxnSpPr>
          <p:nvPr/>
        </p:nvCxnSpPr>
        <p:spPr>
          <a:xfrm>
            <a:off x="6570629" y="0"/>
            <a:ext cx="0" cy="6857999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03940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749808"/>
            <a:ext cx="4123680" cy="151790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0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3" y="210312"/>
            <a:ext cx="2260057" cy="411480"/>
          </a:xfrm>
        </p:spPr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29329" y="210312"/>
            <a:ext cx="1058111" cy="411480"/>
          </a:xfrm>
        </p:spPr>
        <p:txBody>
          <a:bodyPr/>
          <a:lstStyle/>
          <a:p>
            <a:fld id="{96B14CE5-CB23-4F24-AF40-FFA10F25B799}" type="datetimeFigureOut">
              <a:rPr lang="en-US" dirty="0"/>
              <a:t>10/11/2026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010197" y="210312"/>
            <a:ext cx="440969" cy="413360"/>
          </a:xfrm>
        </p:spPr>
        <p:txBody>
          <a:bodyPr/>
          <a:lstStyle/>
          <a:p>
            <a:fld id="{753D0FD4-819D-4187-8797-C35567B41C78}" type="slidenum">
              <a:rPr lang="en-US" dirty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9704" y="2578609"/>
            <a:ext cx="4130606" cy="37124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4912658" y="0"/>
            <a:ext cx="7279341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4907963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04331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749808"/>
            <a:ext cx="11514755" cy="96012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72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8890DBE-0DD3-8504-F95F-4225535FB1B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34BB28A-95D9-4CE6-DA59-520BA3C61CD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C939A3FF-4925-4C53-B6D9-F2B1807D4179}" type="datetimeFigureOut">
              <a:rPr lang="en-US" dirty="0"/>
              <a:t>10/11/2026</a:t>
            </a:fld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E1FA0A0C-CE55-CB7D-174D-D77937630A9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53D0FD4-819D-4187-8797-C35567B41C78}" type="slidenum">
              <a:rPr lang="en-US" dirty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773" y="2180556"/>
            <a:ext cx="5012355" cy="428425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5822674" y="1834524"/>
            <a:ext cx="6378722" cy="5023476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C753443-12E2-4CD3-2C6F-4E20536BA82B}"/>
              </a:ext>
            </a:extLst>
          </p:cNvPr>
          <p:cNvCxnSpPr>
            <a:cxnSpLocks/>
          </p:cNvCxnSpPr>
          <p:nvPr/>
        </p:nvCxnSpPr>
        <p:spPr>
          <a:xfrm>
            <a:off x="5816454" y="1827254"/>
            <a:ext cx="0" cy="504063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9B4AF9B-8CF3-D7A8-CDB9-8E513FFF57EC}"/>
              </a:ext>
            </a:extLst>
          </p:cNvPr>
          <p:cNvCxnSpPr>
            <a:cxnSpLocks/>
          </p:cNvCxnSpPr>
          <p:nvPr/>
        </p:nvCxnSpPr>
        <p:spPr>
          <a:xfrm>
            <a:off x="0" y="1827254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44098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5166364"/>
            <a:ext cx="3656530" cy="122342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0" y="0"/>
            <a:ext cx="12198096" cy="4837176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99121" y="5166364"/>
            <a:ext cx="7073776" cy="1223420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6437376"/>
            <a:ext cx="2962656" cy="365125"/>
          </a:xfrm>
        </p:spPr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99121" y="6437193"/>
            <a:ext cx="4549413" cy="365125"/>
          </a:xfrm>
        </p:spPr>
        <p:txBody>
          <a:bodyPr/>
          <a:lstStyle/>
          <a:p>
            <a:fld id="{220747AD-BB60-464B-B16B-6CC7DCEAA31E}" type="datetimeFigureOut">
              <a:rPr lang="en-US" dirty="0"/>
              <a:t>10/11/2026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437376"/>
            <a:ext cx="546447" cy="413360"/>
          </a:xfrm>
        </p:spPr>
        <p:txBody>
          <a:bodyPr/>
          <a:lstStyle/>
          <a:p>
            <a:fld id="{753D0FD4-819D-4187-8797-C35567B41C78}" type="slidenum">
              <a:rPr lang="en-US" dirty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DF9F6E2-159F-CDF3-F2D3-AB7A7E505C0B}"/>
              </a:ext>
            </a:extLst>
          </p:cNvPr>
          <p:cNvCxnSpPr>
            <a:cxnSpLocks/>
          </p:cNvCxnSpPr>
          <p:nvPr/>
        </p:nvCxnSpPr>
        <p:spPr>
          <a:xfrm>
            <a:off x="4283425" y="4837176"/>
            <a:ext cx="0" cy="2020824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D4F9120-94C1-CA43-BF4E-9411F4866A20}"/>
              </a:ext>
            </a:extLst>
          </p:cNvPr>
          <p:cNvCxnSpPr>
            <a:cxnSpLocks/>
          </p:cNvCxnSpPr>
          <p:nvPr/>
        </p:nvCxnSpPr>
        <p:spPr>
          <a:xfrm>
            <a:off x="-1250" y="4842106"/>
            <a:ext cx="1219325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305526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762002"/>
            <a:ext cx="6612786" cy="1555895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60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A2AC736-2858-40E1-3533-38692573ECE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6F901C69-26AA-7830-9BFF-EC62E8208AB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B340F08F-40FA-4D3B-96CF-F8FAF483E9A7}" type="datetimeFigureOut">
              <a:rPr lang="en-US" dirty="0"/>
              <a:t>10/11/2026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83EC4C7-2AFC-9797-0F80-FCBABD2A856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53D0FD4-819D-4187-8797-C35567B41C78}" type="slidenum">
              <a:rPr lang="en-US" dirty="0"/>
              <a:t>‹#›</a:t>
            </a:fld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-6627" y="2435966"/>
            <a:ext cx="7283725" cy="4422032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0068" y="762000"/>
            <a:ext cx="4092813" cy="579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88F70BF-1865-3761-955D-0621AA22B818}"/>
              </a:ext>
            </a:extLst>
          </p:cNvPr>
          <p:cNvCxnSpPr>
            <a:cxnSpLocks/>
          </p:cNvCxnSpPr>
          <p:nvPr/>
        </p:nvCxnSpPr>
        <p:spPr>
          <a:xfrm>
            <a:off x="0" y="2435966"/>
            <a:ext cx="72771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638DF4A-7DDF-7C24-D39A-EA7EAF7CFE63}"/>
              </a:ext>
            </a:extLst>
          </p:cNvPr>
          <p:cNvCxnSpPr>
            <a:cxnSpLocks/>
          </p:cNvCxnSpPr>
          <p:nvPr/>
        </p:nvCxnSpPr>
        <p:spPr>
          <a:xfrm>
            <a:off x="7277100" y="0"/>
            <a:ext cx="0" cy="6857999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994728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448056"/>
            <a:ext cx="11514759" cy="1124712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3482"/>
            <a:ext cx="2962656" cy="411480"/>
          </a:xfrm>
        </p:spPr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210312"/>
            <a:ext cx="1679642" cy="411480"/>
          </a:xfrm>
        </p:spPr>
        <p:txBody>
          <a:bodyPr/>
          <a:lstStyle/>
          <a:p>
            <a:fld id="{EB5EDF0F-3515-4895-B663-882304741893}" type="datetimeFigureOut">
              <a:rPr lang="en-US" dirty="0"/>
              <a:t>10/11/2026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207982"/>
            <a:ext cx="546447" cy="411480"/>
          </a:xfrm>
        </p:spPr>
        <p:txBody>
          <a:bodyPr/>
          <a:lstStyle/>
          <a:p>
            <a:fld id="{753D0FD4-819D-4187-8797-C35567B41C78}" type="slidenum">
              <a:rPr lang="en-US" dirty="0"/>
              <a:t>‹#›</a:t>
            </a:fld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-3614" y="1700784"/>
            <a:ext cx="3318170" cy="5157216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1441" y="2130553"/>
            <a:ext cx="7971459" cy="44226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C347961-3E7C-FAAC-2283-DA751A80201C}"/>
              </a:ext>
            </a:extLst>
          </p:cNvPr>
          <p:cNvCxnSpPr>
            <a:cxnSpLocks/>
          </p:cNvCxnSpPr>
          <p:nvPr/>
        </p:nvCxnSpPr>
        <p:spPr>
          <a:xfrm>
            <a:off x="0" y="1695518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E4B3C03-E31F-77F7-02F0-8C25E1C62792}"/>
              </a:ext>
            </a:extLst>
          </p:cNvPr>
          <p:cNvCxnSpPr>
            <a:cxnSpLocks/>
          </p:cNvCxnSpPr>
          <p:nvPr/>
        </p:nvCxnSpPr>
        <p:spPr>
          <a:xfrm>
            <a:off x="3318170" y="1695518"/>
            <a:ext cx="0" cy="5162482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206184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bg>
      <p:bgPr>
        <a:solidFill>
          <a:schemeClr val="bg2">
            <a:lumMod val="90000"/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71232" y="1188720"/>
            <a:ext cx="4069080" cy="4480560"/>
          </a:xfrm>
        </p:spPr>
        <p:txBody>
          <a:bodyPr anchor="ctr">
            <a:normAutofit/>
          </a:bodyPr>
          <a:lstStyle>
            <a:lvl1pPr>
              <a:lnSpc>
                <a:spcPct val="110000"/>
              </a:lnSpc>
              <a:defRPr sz="2800" cap="none" baseline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48056" y="1609344"/>
            <a:ext cx="6775704" cy="4151376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 algn="r">
              <a:lnSpc>
                <a:spcPct val="70000"/>
              </a:lnSpc>
              <a:buNone/>
              <a:defRPr lang="en-US" sz="33400" dirty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2pPr>
            <a:lvl3pPr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3pPr>
            <a:lvl4pPr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4pPr>
            <a:lvl5pPr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5pPr>
          </a:lstStyle>
          <a:p>
            <a:pPr lvl="0"/>
            <a:r>
              <a:rPr lang="en-US"/>
              <a:t>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0312"/>
            <a:ext cx="2962656" cy="411480"/>
          </a:xfrm>
        </p:spPr>
        <p:txBody>
          <a:bodyPr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210312"/>
            <a:ext cx="1679642" cy="411480"/>
          </a:xfrm>
        </p:spPr>
        <p:txBody>
          <a:bodyPr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5B29ED0-7871-4976-8402-1756C1FAC1EA}" type="datetimeFigureOut">
              <a:rPr lang="en-US" dirty="0"/>
              <a:t>10/11/2026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210312"/>
            <a:ext cx="546447" cy="411480"/>
          </a:xfrm>
        </p:spPr>
        <p:txBody>
          <a:bodyPr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53D0FD4-819D-4187-8797-C35567B41C78}" type="slidenum">
              <a:rPr lang="en-US" dirty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34144DB-F44E-C5EB-68A1-D39E3F401C4E}"/>
              </a:ext>
            </a:extLst>
          </p:cNvPr>
          <p:cNvCxnSpPr>
            <a:cxnSpLocks/>
          </p:cNvCxnSpPr>
          <p:nvPr/>
        </p:nvCxnSpPr>
        <p:spPr>
          <a:xfrm>
            <a:off x="0" y="6069441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32645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Pr>
        <a:solidFill>
          <a:schemeClr val="bg2">
            <a:lumMod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17773" y="914400"/>
            <a:ext cx="10045427" cy="4464554"/>
          </a:xfrm>
        </p:spPr>
        <p:txBody>
          <a:bodyPr anchor="ctr">
            <a:noAutofit/>
          </a:bodyPr>
          <a:lstStyle>
            <a:lvl1pPr marL="0" indent="0">
              <a:lnSpc>
                <a:spcPct val="75000"/>
              </a:lnSpc>
              <a:buNone/>
              <a:defRPr sz="8800" b="0">
                <a:solidFill>
                  <a:schemeClr val="tx2"/>
                </a:solidFill>
                <a:latin typeface="+mj-lt"/>
              </a:defRPr>
            </a:lvl1pPr>
            <a:lvl2pPr marL="228600" indent="0">
              <a:lnSpc>
                <a:spcPct val="100000"/>
              </a:lnSpc>
              <a:buNone/>
              <a:defRPr sz="8000" b="0">
                <a:solidFill>
                  <a:schemeClr val="tx2"/>
                </a:solidFill>
                <a:latin typeface="+mj-lt"/>
              </a:defRPr>
            </a:lvl2pPr>
            <a:lvl3pPr marL="457200" indent="0">
              <a:lnSpc>
                <a:spcPct val="100000"/>
              </a:lnSpc>
              <a:buNone/>
              <a:defRPr sz="7200" b="0">
                <a:solidFill>
                  <a:schemeClr val="tx2"/>
                </a:solidFill>
                <a:latin typeface="+mj-lt"/>
              </a:defRPr>
            </a:lvl3pPr>
            <a:lvl4pPr marL="685800" indent="0">
              <a:lnSpc>
                <a:spcPct val="100000"/>
              </a:lnSpc>
              <a:buNone/>
              <a:defRPr sz="6600" b="0">
                <a:solidFill>
                  <a:schemeClr val="tx2"/>
                </a:solidFill>
                <a:latin typeface="+mj-lt"/>
              </a:defRPr>
            </a:lvl4pPr>
            <a:lvl5pPr marL="914400" indent="0">
              <a:lnSpc>
                <a:spcPct val="100000"/>
              </a:lnSpc>
              <a:buNone/>
              <a:defRPr sz="6000" b="0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3" y="6263640"/>
            <a:ext cx="2963692" cy="413360"/>
          </a:xfrm>
        </p:spPr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80069" y="6263640"/>
            <a:ext cx="1921315" cy="413360"/>
          </a:xfrm>
        </p:spPr>
        <p:txBody>
          <a:bodyPr/>
          <a:lstStyle/>
          <a:p>
            <a:fld id="{453B8C54-B76A-4DD8-BD0B-11200408342B}" type="datetimeFigureOut">
              <a:rPr lang="en-US" dirty="0"/>
              <a:t>10/11/2026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263640"/>
            <a:ext cx="546447" cy="413360"/>
          </a:xfrm>
        </p:spPr>
        <p:txBody>
          <a:bodyPr/>
          <a:lstStyle/>
          <a:p>
            <a:fld id="{753D0FD4-819D-4187-8797-C35567B41C78}" type="slidenum">
              <a:rPr lang="en-US" dirty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A935D4C-A027-60A0-BEB8-B1A89C1C5E3A}"/>
              </a:ext>
            </a:extLst>
          </p:cNvPr>
          <p:cNvCxnSpPr>
            <a:cxnSpLocks/>
          </p:cNvCxnSpPr>
          <p:nvPr/>
        </p:nvCxnSpPr>
        <p:spPr>
          <a:xfrm>
            <a:off x="0" y="6057900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69623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3232" y="5440220"/>
            <a:ext cx="9299448" cy="1015996"/>
          </a:xfrm>
        </p:spPr>
        <p:txBody>
          <a:bodyPr anchor="ctr">
            <a:normAutofit/>
          </a:bodyPr>
          <a:lstStyle>
            <a:lvl1pPr>
              <a:defRPr sz="2000" cap="none" baseline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20040" y="1170816"/>
            <a:ext cx="9692640" cy="3872159"/>
          </a:xfrm>
        </p:spPr>
        <p:txBody>
          <a:bodyPr>
            <a:normAutofit/>
          </a:bodyPr>
          <a:lstStyle>
            <a:lvl1pPr marL="274320" indent="-274320">
              <a:lnSpc>
                <a:spcPct val="70000"/>
              </a:lnSpc>
              <a:buNone/>
              <a:defRPr sz="8800" cap="all" baseline="0">
                <a:solidFill>
                  <a:schemeClr val="tx2"/>
                </a:solidFill>
                <a:latin typeface="+mj-lt"/>
              </a:defRPr>
            </a:lvl1pPr>
            <a:lvl2pPr marL="274320" indent="-274320">
              <a:lnSpc>
                <a:spcPct val="70000"/>
              </a:lnSpc>
              <a:buNone/>
              <a:defRPr sz="80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2pPr>
            <a:lvl3pPr marL="274320" indent="-274320">
              <a:lnSpc>
                <a:spcPct val="70000"/>
              </a:lnSpc>
              <a:buNone/>
              <a:defRPr sz="72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3pPr>
            <a:lvl4pPr marL="274320" indent="-274320">
              <a:lnSpc>
                <a:spcPct val="70000"/>
              </a:lnSpc>
              <a:buNone/>
              <a:defRPr sz="66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4pPr>
            <a:lvl5pPr marL="274320" indent="-274320">
              <a:lnSpc>
                <a:spcPct val="70000"/>
              </a:lnSpc>
              <a:buNone/>
              <a:defRPr sz="66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quote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0312"/>
            <a:ext cx="2962656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210312"/>
            <a:ext cx="2443788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5448BDD-274C-4BED-8350-833672089118}" type="datetimeFigureOut">
              <a:rPr lang="en-US" dirty="0"/>
              <a:t>10/11/2026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210312"/>
            <a:ext cx="546447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53D0FD4-819D-4187-8797-C35567B41C78}" type="slidenum">
              <a:rPr lang="en-US" dirty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60C7B9-B6D9-6FB6-59EE-D9DB3BC93758}"/>
              </a:ext>
            </a:extLst>
          </p:cNvPr>
          <p:cNvCxnSpPr>
            <a:cxnSpLocks/>
          </p:cNvCxnSpPr>
          <p:nvPr/>
        </p:nvCxnSpPr>
        <p:spPr>
          <a:xfrm flipH="1">
            <a:off x="0" y="787179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15D9130-12F6-DFB8-70EF-9ACBA9FDECB0}"/>
              </a:ext>
            </a:extLst>
          </p:cNvPr>
          <p:cNvCxnSpPr>
            <a:cxnSpLocks/>
          </p:cNvCxnSpPr>
          <p:nvPr/>
        </p:nvCxnSpPr>
        <p:spPr>
          <a:xfrm>
            <a:off x="0" y="5274530"/>
            <a:ext cx="12192000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38852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594AB-EF90-9591-5954-F617B83D1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685800"/>
            <a:ext cx="11253668" cy="66569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6A57BED-3AFE-6AA9-E0D5-586748D61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47C21221-DC95-273B-0C4F-43B35ADA1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D527F-9C49-4481-A18C-80BA2EA99E79}" type="datetimeFigureOut">
              <a:rPr lang="en-US" dirty="0"/>
              <a:t>10/11/2026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E44E859-99AA-D46F-1AD8-4C0F287F3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D0FD4-819D-4187-8797-C35567B41C78}" type="slidenum">
              <a:rPr lang="en-US" dirty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C3231F-0FFC-E2BB-36F8-9816E4DECE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17773" y="1773857"/>
            <a:ext cx="5349240" cy="44531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3CC2C1-ED8C-D52E-BEF5-671EDC6238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24987" y="1773858"/>
            <a:ext cx="5349240" cy="44531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397169B-5226-712F-36F4-352E56B637D4}"/>
              </a:ext>
            </a:extLst>
          </p:cNvPr>
          <p:cNvCxnSpPr>
            <a:cxnSpLocks/>
          </p:cNvCxnSpPr>
          <p:nvPr/>
        </p:nvCxnSpPr>
        <p:spPr>
          <a:xfrm>
            <a:off x="0" y="1442826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68214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4958D-8125-1BDA-53C9-9E2D33883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772" y="685800"/>
            <a:ext cx="11256264" cy="6675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294A4A-89C4-68BF-6701-5C47F940E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7908BC-F48B-81E4-8D93-7DB9E3716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039EB-95FD-42A0-BF06-87A9D15142C9}" type="datetimeFigureOut">
              <a:rPr lang="en-US" dirty="0"/>
              <a:t>10/11/2026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F93A54-CB38-BEAF-260B-84EDDF301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D0FD4-819D-4187-8797-C35567B41C78}" type="slidenum">
              <a:rPr lang="en-US" dirty="0"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09FF10-A82A-AAEB-4B8C-921F3BA202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7773" y="1773857"/>
            <a:ext cx="5349064" cy="590144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baseline="0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4D3C6A-509A-8CB1-B220-1CE755BE2F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17773" y="2368476"/>
            <a:ext cx="5349064" cy="38587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A627A15-4AB2-F230-22C7-0605AFD7DF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24796" y="1773857"/>
            <a:ext cx="5349240" cy="590144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baseline="0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1ECFD5-92D0-1854-D18E-8BC5DF56A7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24796" y="2368476"/>
            <a:ext cx="5349240" cy="38587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D1AC07E-A077-E2A6-1718-DDDA542A8A98}"/>
              </a:ext>
            </a:extLst>
          </p:cNvPr>
          <p:cNvCxnSpPr>
            <a:cxnSpLocks/>
          </p:cNvCxnSpPr>
          <p:nvPr/>
        </p:nvCxnSpPr>
        <p:spPr>
          <a:xfrm>
            <a:off x="0" y="1442826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026531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17042-CDCB-3B2F-8C5B-24B17903E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A4C6AE-702E-258F-EA5E-02906C70D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339AE3-ADB1-728F-9FBA-2FD43A0AC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9701D-AA71-4F6F-B74A-236E07E9ABE4}" type="datetimeFigureOut">
              <a:rPr lang="en-US" dirty="0"/>
              <a:t>10/11/2026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965F4B-E6CF-D83A-1F1B-81274FD57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D0FD4-819D-4187-8797-C35567B41C7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400453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E52550-02A6-D7FB-DD57-70C87BAA4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02D272-B561-7F82-06FB-C5DE719AA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6D589-8B08-4190-9F3B-BA01ED2999CB}" type="datetimeFigureOut">
              <a:rPr lang="en-US" dirty="0"/>
              <a:t>10/11/2026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EF0FF0-3A36-A128-D75E-71A4B54CB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D0FD4-819D-4187-8797-C35567B41C7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70113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8A45ECA-9413-0F81-085A-48CF6F23E1DC}"/>
              </a:ext>
            </a:extLst>
          </p:cNvPr>
          <p:cNvCxnSpPr>
            <a:cxnSpLocks/>
          </p:cNvCxnSpPr>
          <p:nvPr/>
        </p:nvCxnSpPr>
        <p:spPr>
          <a:xfrm>
            <a:off x="0" y="2118492"/>
            <a:ext cx="12192000" cy="0"/>
          </a:xfrm>
          <a:prstGeom prst="line">
            <a:avLst/>
          </a:prstGeom>
          <a:ln w="9525">
            <a:solidFill>
              <a:schemeClr val="tx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832104"/>
            <a:ext cx="11253668" cy="1225296"/>
          </a:xfrm>
        </p:spPr>
        <p:txBody>
          <a:bodyPr>
            <a:normAutofit/>
          </a:bodyPr>
          <a:lstStyle>
            <a:lvl1pPr>
              <a:defRPr sz="8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6263640"/>
            <a:ext cx="2962656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1" y="6263640"/>
            <a:ext cx="1933553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2A08923-D58E-4822-B554-6A1173FCE25D}" type="datetimeFigureOut">
              <a:rPr lang="en-US" dirty="0"/>
              <a:t>10/11/2026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263640"/>
            <a:ext cx="546447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53D0FD4-819D-4187-8797-C35567B41C78}" type="slidenum">
              <a:rPr lang="en-US" dirty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557" y="3429001"/>
            <a:ext cx="11253669" cy="2773546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7919058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60" y="1270390"/>
            <a:ext cx="7929980" cy="2060888"/>
          </a:xfrm>
        </p:spPr>
        <p:txBody>
          <a:bodyPr>
            <a:normAutofit/>
          </a:bodyPr>
          <a:lstStyle>
            <a:lvl1pPr>
              <a:defRPr sz="8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775" y="3794761"/>
            <a:ext cx="7932765" cy="153109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3482"/>
            <a:ext cx="2962656" cy="411480"/>
          </a:xfrm>
        </p:spPr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210312"/>
            <a:ext cx="1679642" cy="411480"/>
          </a:xfrm>
        </p:spPr>
        <p:txBody>
          <a:bodyPr/>
          <a:lstStyle/>
          <a:p>
            <a:fld id="{F50BF9E0-60DA-4D6D-8F14-825F152220D6}" type="datetimeFigureOut">
              <a:rPr lang="en-US" dirty="0"/>
              <a:t>10/11/2026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D0FD4-819D-4187-8797-C35567B41C78}" type="slidenum">
              <a:rPr lang="en-US" dirty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4D168F9-DE00-B9C1-AD77-139DA8AF3364}"/>
              </a:ext>
            </a:extLst>
          </p:cNvPr>
          <p:cNvCxnSpPr>
            <a:cxnSpLocks/>
          </p:cNvCxnSpPr>
          <p:nvPr/>
        </p:nvCxnSpPr>
        <p:spPr>
          <a:xfrm>
            <a:off x="0" y="3434907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92152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E7414-4AFE-157E-66BB-2C2C28E834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17E088-6C32-4247-610D-25BB69A80E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3AC816-B321-9257-73F6-95568BB6D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A6624-6402-0F4F-A651-E16B1F2480C2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9DA457-31C5-C040-2230-16F9C7318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0B4C5E-E52A-7C8F-966D-537CAE6EC4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60E23-C182-CF47-8370-A423A44F07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663429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A545D0-6D48-B2B7-4EEF-EDC53D56A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A0B365-5399-1A71-A999-D3BF2707A3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0DA36B-F066-EC7C-2F5B-D9FDE013F2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A6624-6402-0F4F-A651-E16B1F2480C2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F029B8-5FEC-C3E4-9999-6E9D02121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660074-8BDE-D9C7-3CF7-3D61D053F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60E23-C182-CF47-8370-A423A44F07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28336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4398EFF-E3C5-E79D-1BD3-016E84949F9C}"/>
              </a:ext>
            </a:extLst>
          </p:cNvPr>
          <p:cNvCxnSpPr>
            <a:cxnSpLocks/>
          </p:cNvCxnSpPr>
          <p:nvPr/>
        </p:nvCxnSpPr>
        <p:spPr>
          <a:xfrm>
            <a:off x="0" y="789563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478947-1D67-18A4-7E48-5B4B2F97F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935798"/>
            <a:ext cx="11253668" cy="66569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FE08CA-9517-ABC1-E915-31EA6D7B73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0559" y="1707581"/>
            <a:ext cx="11253668" cy="48483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E3983D-E783-AAEC-26DB-4B3F6511C7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7773" y="207982"/>
            <a:ext cx="2963692" cy="413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850" b="1" cap="all" spc="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454426-0A97-D20B-FD06-9648AED777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80069" y="207982"/>
            <a:ext cx="1921315" cy="413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850" b="1" cap="all" spc="100" baseline="0">
                <a:solidFill>
                  <a:schemeClr val="tx2"/>
                </a:solidFill>
              </a:defRPr>
            </a:lvl1pPr>
          </a:lstStyle>
          <a:p>
            <a:fld id="{18A4B20A-718A-4149-B5D2-676E857EB828}" type="datetimeFigureOut">
              <a:rPr lang="en-US" dirty="0"/>
              <a:t>10/11/2026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A13386-8E2A-2962-4804-81558038BA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88870" y="207982"/>
            <a:ext cx="546447" cy="413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850" b="1" cap="all" baseline="0">
                <a:solidFill>
                  <a:schemeClr val="tx2"/>
                </a:solidFill>
              </a:defRPr>
            </a:lvl1pPr>
          </a:lstStyle>
          <a:p>
            <a:fld id="{753D0FD4-819D-4187-8797-C35567B41C78}" type="slidenum">
              <a:rPr lang="en-US" dirty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143C14-E680-3360-0E4D-DA502AF50E85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197802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Classified as Microsoft Confidential</a:t>
            </a:r>
          </a:p>
        </p:txBody>
      </p:sp>
    </p:spTree>
    <p:extLst>
      <p:ext uri="{BB962C8B-B14F-4D97-AF65-F5344CB8AC3E}">
        <p14:creationId xmlns:p14="http://schemas.microsoft.com/office/powerpoint/2010/main" val="39616547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  <p:sldLayoutId id="2147483707" r:id="rId17"/>
    <p:sldLayoutId id="2147483708" r:id="rId18"/>
    <p:sldLayoutId id="2147483709" r:id="rId19"/>
    <p:sldLayoutId id="2147483710" r:id="rId20"/>
    <p:sldLayoutId id="2147483711" r:id="rId21"/>
    <p:sldLayoutId id="2147483712" r:id="rId22"/>
    <p:sldLayoutId id="2147483713" r:id="rId23"/>
    <p:sldLayoutId id="2147483714" r:id="rId24"/>
    <p:sldLayoutId id="2147483715" r:id="rId25"/>
    <p:sldLayoutId id="2147483716" r:id="rId26"/>
    <p:sldLayoutId id="2147483717" r:id="rId27"/>
    <p:sldLayoutId id="2147483718" r:id="rId28"/>
    <p:sldLayoutId id="2147483719" r:id="rId29"/>
  </p:sldLayoutIdLst>
  <p:hf hdr="0"/>
  <p:txStyles>
    <p:titleStyle>
      <a:lvl1pPr algn="l" defTabSz="914400" rtl="0" eaLnBrk="1" latinLnBrk="0" hangingPunct="1">
        <a:lnSpc>
          <a:spcPct val="70000"/>
        </a:lnSpc>
        <a:spcBef>
          <a:spcPct val="0"/>
        </a:spcBef>
        <a:buNone/>
        <a:defRPr sz="4000" kern="1200" cap="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80">
          <p15:clr>
            <a:srgbClr val="F26B43"/>
          </p15:clr>
        </p15:guide>
        <p15:guide id="2" pos="264">
          <p15:clr>
            <a:srgbClr val="F26B43"/>
          </p15:clr>
        </p15:guide>
        <p15:guide id="3" pos="7416">
          <p15:clr>
            <a:srgbClr val="F26B43"/>
          </p15:clr>
        </p15:guide>
        <p15:guide id="4" orient="horz" pos="3816">
          <p15:clr>
            <a:srgbClr val="F26B43"/>
          </p15:clr>
        </p15:guide>
        <p15:guide id="5" pos="7200">
          <p15:clr>
            <a:srgbClr val="F26B43"/>
          </p15:clr>
        </p15:guide>
        <p15:guide id="6" pos="504">
          <p15:clr>
            <a:srgbClr val="F26B43"/>
          </p15:clr>
        </p15:guide>
        <p15:guide id="7" orient="horz" pos="4128">
          <p15:clr>
            <a:srgbClr val="F26B43"/>
          </p15:clr>
        </p15:guide>
        <p15:guide id="8" orient="horz" pos="1056">
          <p15:clr>
            <a:srgbClr val="F26B43"/>
          </p15:clr>
        </p15:guide>
        <p15:guide id="9" pos="458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6547A-F100-DB40-9C04-01B688B108E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Sprint 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803B04-8389-DD8D-84B9-ACE80B638BC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Peter Liu, Russell Habib, Tony Cao</a:t>
            </a:r>
          </a:p>
        </p:txBody>
      </p:sp>
    </p:spTree>
    <p:extLst>
      <p:ext uri="{BB962C8B-B14F-4D97-AF65-F5344CB8AC3E}">
        <p14:creationId xmlns:p14="http://schemas.microsoft.com/office/powerpoint/2010/main" val="12086042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0BDC96-6724-5673-B86D-D421008D89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Introduction &amp;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1B3F5F-F67E-54E0-4415-860DA75A45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err="1">
                <a:latin typeface="Aptos"/>
              </a:rPr>
              <a:t>Quantinnel</a:t>
            </a:r>
            <a:r>
              <a:rPr lang="en-US">
                <a:latin typeface="Aptos"/>
              </a:rPr>
              <a:t>: AI Powered Roadmap generation to guide enterprises to become PQC ready.</a:t>
            </a:r>
          </a:p>
          <a:p>
            <a:r>
              <a:rPr lang="en-US">
                <a:latin typeface="Aptos"/>
              </a:rPr>
              <a:t>Objectives</a:t>
            </a:r>
          </a:p>
          <a:p>
            <a:pPr lvl="1"/>
            <a:r>
              <a:rPr lang="en-US">
                <a:latin typeface="Aptos"/>
              </a:rPr>
              <a:t>Peter:  LLM orchestration architecture; persona requirements; chat context contract defined</a:t>
            </a:r>
          </a:p>
          <a:p>
            <a:pPr lvl="1"/>
            <a:r>
              <a:rPr lang="en-US">
                <a:latin typeface="Aptos"/>
              </a:rPr>
              <a:t>Russell: MCP connectivity research &amp; proof of concept; chat session infrastructure</a:t>
            </a:r>
          </a:p>
          <a:p>
            <a:pPr lvl="1"/>
            <a:r>
              <a:rPr lang="en-US">
                <a:latin typeface="Aptos"/>
              </a:rPr>
              <a:t>Tony:  Simulator requirements &amp; architecture</a:t>
            </a:r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6280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466E38-D2C8-39C7-B2BD-DCB83E50D2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Requirements &amp; Gathering Processes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B593F4-C12B-C46E-B4F7-A5DF6968BC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en-US">
                <a:latin typeface="Aptos"/>
              </a:rPr>
              <a:t>Requirements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800">
                <a:solidFill>
                  <a:srgbClr val="000000"/>
                </a:solidFill>
                <a:latin typeface="Aptos"/>
                <a:ea typeface="Calibri"/>
                <a:cs typeface="Calibri"/>
              </a:rPr>
              <a:t>Define the LLM orchestration architecture &amp; prompt strategy</a:t>
            </a:r>
            <a:endParaRPr lang="en-US" sz="1800">
              <a:latin typeface="Aptos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800">
                <a:solidFill>
                  <a:srgbClr val="000000"/>
                </a:solidFill>
                <a:latin typeface="Aptos"/>
                <a:ea typeface="Calibri"/>
                <a:cs typeface="Calibri"/>
              </a:rPr>
              <a:t>Write the requirements for each persona the roadmap generator serves (EA, CTO, CISO)</a:t>
            </a:r>
            <a:endParaRPr lang="en-US" sz="1800">
              <a:latin typeface="Aptos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800">
                <a:solidFill>
                  <a:srgbClr val="000000"/>
                </a:solidFill>
                <a:latin typeface="Aptos"/>
                <a:ea typeface="Calibri"/>
                <a:cs typeface="Calibri"/>
              </a:rPr>
              <a:t>Build the roadmap generator's core engine &amp; persona prompt chains</a:t>
            </a:r>
            <a:endParaRPr lang="en-US" sz="1800">
              <a:latin typeface="Aptos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800">
                <a:solidFill>
                  <a:srgbClr val="000000"/>
                </a:solidFill>
                <a:latin typeface="Aptos"/>
                <a:ea typeface="Calibri"/>
                <a:cs typeface="Calibri"/>
              </a:rPr>
              <a:t>Define what “simulating an integration” means - inputs, outputs, constraints - before building anything</a:t>
            </a:r>
            <a:endParaRPr lang="en-US" sz="1800">
              <a:latin typeface="Aptos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800">
                <a:solidFill>
                  <a:srgbClr val="000000"/>
                </a:solidFill>
                <a:latin typeface="Aptos"/>
                <a:ea typeface="Calibri"/>
                <a:cs typeface="Calibri"/>
              </a:rPr>
              <a:t>Build the core simulation engine and a scenario library for regression testing</a:t>
            </a:r>
            <a:endParaRPr lang="en-US" sz="1800">
              <a:latin typeface="Aptos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800">
                <a:solidFill>
                  <a:srgbClr val="000000"/>
                </a:solidFill>
                <a:latin typeface="Aptos"/>
                <a:ea typeface="Calibri"/>
                <a:cs typeface="Calibri"/>
              </a:rPr>
              <a:t>Research and prototype MCP connectivity to </a:t>
            </a:r>
            <a:r>
              <a:rPr lang="en-US" sz="1800" err="1">
                <a:solidFill>
                  <a:srgbClr val="000000"/>
                </a:solidFill>
                <a:latin typeface="Aptos"/>
                <a:ea typeface="Calibri"/>
                <a:cs typeface="Calibri"/>
              </a:rPr>
              <a:t>BlueDolphin</a:t>
            </a:r>
            <a:r>
              <a:rPr lang="en-US" sz="1800">
                <a:solidFill>
                  <a:srgbClr val="000000"/>
                </a:solidFill>
                <a:latin typeface="Aptos"/>
                <a:ea typeface="Calibri"/>
                <a:cs typeface="Calibri"/>
              </a:rPr>
              <a:t> &amp; </a:t>
            </a:r>
            <a:r>
              <a:rPr lang="en-US" sz="1800" err="1">
                <a:solidFill>
                  <a:srgbClr val="000000"/>
                </a:solidFill>
                <a:latin typeface="Aptos"/>
                <a:ea typeface="Calibri"/>
                <a:cs typeface="Calibri"/>
              </a:rPr>
              <a:t>LeanIX</a:t>
            </a:r>
            <a:endParaRPr lang="en-US" sz="1800" b="1">
              <a:latin typeface="Aptos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800">
                <a:solidFill>
                  <a:srgbClr val="000000"/>
                </a:solidFill>
                <a:latin typeface="Aptos"/>
                <a:ea typeface="Calibri"/>
                <a:cs typeface="Calibri"/>
              </a:rPr>
              <a:t>Generalize the prototype into a reusable connector framework</a:t>
            </a:r>
            <a:endParaRPr lang="en-US" sz="1800">
              <a:latin typeface="Aptos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800">
                <a:solidFill>
                  <a:srgbClr val="000000"/>
                </a:solidFill>
                <a:latin typeface="Aptos"/>
                <a:ea typeface="Calibri"/>
                <a:cs typeface="Calibri"/>
              </a:rPr>
              <a:t>Integrate both tools as adapters on the framework</a:t>
            </a:r>
            <a:endParaRPr lang="en-US" sz="1800">
              <a:latin typeface="Aptos"/>
            </a:endParaRPr>
          </a:p>
          <a:p>
            <a:pPr lvl="2">
              <a:buFont typeface="Wingdings" panose="020B0604020202020204" pitchFamily="34" charset="0"/>
              <a:buChar char="§"/>
            </a:pPr>
            <a:endParaRPr lang="en-US" sz="1800" b="1">
              <a:latin typeface="Aptos"/>
            </a:endParaRPr>
          </a:p>
          <a:p>
            <a:r>
              <a:rPr lang="en-US">
                <a:latin typeface="Aptos"/>
              </a:rPr>
              <a:t>Gathering Process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800">
                <a:latin typeface="Aptos"/>
              </a:rPr>
              <a:t>One hour team meetings bi-weekly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800">
                <a:latin typeface="Aptos"/>
              </a:rPr>
              <a:t>One-on-ones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800" err="1">
                <a:latin typeface="Aptos"/>
              </a:rPr>
              <a:t>Whatsapp</a:t>
            </a:r>
            <a:r>
              <a:rPr lang="en-US" sz="1800">
                <a:latin typeface="Aptos"/>
              </a:rPr>
              <a:t> channel</a:t>
            </a:r>
          </a:p>
        </p:txBody>
      </p:sp>
    </p:spTree>
    <p:extLst>
      <p:ext uri="{BB962C8B-B14F-4D97-AF65-F5344CB8AC3E}">
        <p14:creationId xmlns:p14="http://schemas.microsoft.com/office/powerpoint/2010/main" val="5234050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DDE70-2CA5-714E-9230-0E60C5E615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User Stories, Use Cases, and UML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62F88CA-F0A1-3D7E-5927-549CA949D4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40720" y="1591163"/>
            <a:ext cx="483137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39714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C62647-A8B1-0D27-EE45-19B2A8044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User Stories, Use Cases, and UML (cont.)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127193-7EF1-D951-ACA8-DAEE49BEE5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76458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en-IN" sz="1600" b="1">
                <a:solidFill>
                  <a:srgbClr val="2B2D38"/>
                </a:solidFill>
                <a:latin typeface="Aptos"/>
                <a:cs typeface="Arial"/>
              </a:rPr>
              <a:t>As an</a:t>
            </a:r>
            <a:r>
              <a:rPr lang="en-IN" sz="1600">
                <a:solidFill>
                  <a:srgbClr val="2B2D38"/>
                </a:solidFill>
                <a:latin typeface="Aptos"/>
                <a:cs typeface="Arial"/>
              </a:rPr>
              <a:t> Enterprise Architect</a:t>
            </a:r>
            <a:endParaRPr lang="en-US" sz="1600">
              <a:solidFill>
                <a:srgbClr val="2B2D38"/>
              </a:solidFill>
              <a:latin typeface="Aptos"/>
              <a:cs typeface="Arial"/>
            </a:endParaRPr>
          </a:p>
          <a:p>
            <a:pPr>
              <a:spcBef>
                <a:spcPts val="0"/>
              </a:spcBef>
              <a:buNone/>
            </a:pPr>
            <a:r>
              <a:rPr lang="en-IN" sz="1600" b="1">
                <a:solidFill>
                  <a:srgbClr val="2B2D38"/>
                </a:solidFill>
                <a:latin typeface="Aptos"/>
                <a:cs typeface="Arial"/>
              </a:rPr>
              <a:t>I want to</a:t>
            </a:r>
            <a:r>
              <a:rPr lang="en-IN" sz="1600">
                <a:solidFill>
                  <a:srgbClr val="2B2D38"/>
                </a:solidFill>
                <a:latin typeface="Aptos"/>
                <a:cs typeface="Arial"/>
              </a:rPr>
              <a:t> import our application inventory from </a:t>
            </a:r>
            <a:r>
              <a:rPr lang="en-IN" sz="1600" err="1">
                <a:solidFill>
                  <a:srgbClr val="2B2D38"/>
                </a:solidFill>
                <a:latin typeface="Aptos"/>
                <a:cs typeface="Arial"/>
              </a:rPr>
              <a:t>BlueDolphin</a:t>
            </a:r>
            <a:r>
              <a:rPr lang="en-IN" sz="1600">
                <a:solidFill>
                  <a:srgbClr val="2B2D38"/>
                </a:solidFill>
                <a:latin typeface="Aptos"/>
                <a:cs typeface="Arial"/>
              </a:rPr>
              <a:t> or a CSV file</a:t>
            </a:r>
            <a:endParaRPr lang="en-US" sz="1600">
              <a:solidFill>
                <a:srgbClr val="2B2D38"/>
              </a:solidFill>
              <a:latin typeface="Aptos"/>
              <a:cs typeface="Arial"/>
            </a:endParaRPr>
          </a:p>
          <a:p>
            <a:pPr>
              <a:spcBef>
                <a:spcPts val="0"/>
              </a:spcBef>
              <a:buNone/>
            </a:pPr>
            <a:r>
              <a:rPr lang="en-IN" sz="1600" b="1">
                <a:solidFill>
                  <a:srgbClr val="2B2D38"/>
                </a:solidFill>
                <a:latin typeface="Aptos"/>
                <a:cs typeface="Arial"/>
              </a:rPr>
              <a:t>So that</a:t>
            </a:r>
            <a:r>
              <a:rPr lang="en-IN" sz="1600">
                <a:solidFill>
                  <a:srgbClr val="2B2D38"/>
                </a:solidFill>
                <a:latin typeface="Aptos"/>
                <a:cs typeface="Arial"/>
              </a:rPr>
              <a:t> the system can assess our environment without re-entry.</a:t>
            </a:r>
          </a:p>
          <a:p>
            <a:pPr>
              <a:spcBef>
                <a:spcPts val="0"/>
              </a:spcBef>
              <a:buNone/>
            </a:pPr>
            <a:endParaRPr lang="en-IN" sz="1600">
              <a:solidFill>
                <a:srgbClr val="2B2D38"/>
              </a:solidFill>
              <a:latin typeface="Aptos"/>
              <a:cs typeface="Arial"/>
            </a:endParaRPr>
          </a:p>
          <a:p>
            <a:pPr>
              <a:spcBef>
                <a:spcPts val="0"/>
              </a:spcBef>
              <a:buNone/>
            </a:pPr>
            <a:r>
              <a:rPr lang="en-IN" sz="1600" b="1">
                <a:solidFill>
                  <a:srgbClr val="2B2D38"/>
                </a:solidFill>
                <a:latin typeface="Aptos"/>
                <a:cs typeface="Arial"/>
              </a:rPr>
              <a:t>As a</a:t>
            </a:r>
            <a:r>
              <a:rPr lang="en-IN" sz="1600">
                <a:solidFill>
                  <a:srgbClr val="2B2D38"/>
                </a:solidFill>
                <a:latin typeface="Aptos"/>
                <a:cs typeface="Arial"/>
              </a:rPr>
              <a:t> CISO</a:t>
            </a:r>
          </a:p>
          <a:p>
            <a:pPr>
              <a:spcBef>
                <a:spcPts val="0"/>
              </a:spcBef>
              <a:buNone/>
            </a:pPr>
            <a:r>
              <a:rPr lang="en-IN" sz="1600" b="1">
                <a:solidFill>
                  <a:srgbClr val="2B2D38"/>
                </a:solidFill>
                <a:latin typeface="Aptos"/>
                <a:cs typeface="Arial"/>
              </a:rPr>
              <a:t>I want to</a:t>
            </a:r>
            <a:r>
              <a:rPr lang="en-IN" sz="1600">
                <a:solidFill>
                  <a:srgbClr val="2B2D38"/>
                </a:solidFill>
                <a:latin typeface="Aptos"/>
                <a:cs typeface="Arial"/>
              </a:rPr>
              <a:t> see which applications have quantum vulnerabilities</a:t>
            </a:r>
          </a:p>
          <a:p>
            <a:pPr>
              <a:spcBef>
                <a:spcPts val="0"/>
              </a:spcBef>
              <a:buNone/>
            </a:pPr>
            <a:r>
              <a:rPr lang="en-IN" sz="1600" b="1">
                <a:solidFill>
                  <a:srgbClr val="2B2D38"/>
                </a:solidFill>
                <a:latin typeface="Aptos"/>
                <a:cs typeface="Arial"/>
              </a:rPr>
              <a:t>So that</a:t>
            </a:r>
            <a:r>
              <a:rPr lang="en-IN" sz="1600">
                <a:solidFill>
                  <a:srgbClr val="2B2D38"/>
                </a:solidFill>
                <a:latin typeface="Aptos"/>
                <a:cs typeface="Arial"/>
              </a:rPr>
              <a:t> I can address the highest security risks first.</a:t>
            </a:r>
          </a:p>
          <a:p>
            <a:pPr>
              <a:spcBef>
                <a:spcPts val="0"/>
              </a:spcBef>
              <a:buNone/>
            </a:pPr>
            <a:endParaRPr lang="en-IN" sz="1600">
              <a:solidFill>
                <a:srgbClr val="2B2D38"/>
              </a:solidFill>
              <a:latin typeface="Aptos"/>
              <a:cs typeface="Arial"/>
            </a:endParaRPr>
          </a:p>
          <a:p>
            <a:pPr>
              <a:spcBef>
                <a:spcPts val="0"/>
              </a:spcBef>
              <a:buNone/>
            </a:pPr>
            <a:r>
              <a:rPr lang="en-IN" sz="1600" b="1">
                <a:solidFill>
                  <a:srgbClr val="2B2D38"/>
                </a:solidFill>
                <a:latin typeface="Aptos"/>
                <a:cs typeface="Arial"/>
              </a:rPr>
              <a:t>As a</a:t>
            </a:r>
            <a:r>
              <a:rPr lang="en-IN" sz="1600">
                <a:solidFill>
                  <a:srgbClr val="2B2D38"/>
                </a:solidFill>
                <a:latin typeface="Aptos"/>
                <a:cs typeface="Arial"/>
              </a:rPr>
              <a:t> CTO</a:t>
            </a:r>
            <a:endParaRPr lang="en-US" sz="1600">
              <a:solidFill>
                <a:srgbClr val="2B2D38"/>
              </a:solidFill>
              <a:latin typeface="Aptos"/>
              <a:cs typeface="Arial"/>
            </a:endParaRPr>
          </a:p>
          <a:p>
            <a:pPr>
              <a:spcBef>
                <a:spcPts val="0"/>
              </a:spcBef>
              <a:buNone/>
            </a:pPr>
            <a:r>
              <a:rPr lang="en-IN" sz="1600" b="1">
                <a:solidFill>
                  <a:srgbClr val="2B2D38"/>
                </a:solidFill>
                <a:latin typeface="Aptos"/>
                <a:cs typeface="Arial"/>
              </a:rPr>
              <a:t>I want</a:t>
            </a:r>
            <a:r>
              <a:rPr lang="en-IN" sz="1600">
                <a:solidFill>
                  <a:srgbClr val="2B2D38"/>
                </a:solidFill>
                <a:latin typeface="Aptos"/>
                <a:cs typeface="Arial"/>
              </a:rPr>
              <a:t> a quantum-readiness roadmap written for my role</a:t>
            </a:r>
            <a:endParaRPr lang="en-US" sz="1600">
              <a:solidFill>
                <a:srgbClr val="2B2D38"/>
              </a:solidFill>
              <a:latin typeface="Aptos"/>
              <a:cs typeface="Arial"/>
            </a:endParaRPr>
          </a:p>
          <a:p>
            <a:pPr>
              <a:spcBef>
                <a:spcPts val="0"/>
              </a:spcBef>
              <a:buNone/>
            </a:pPr>
            <a:r>
              <a:rPr lang="en-IN" sz="1600" b="1">
                <a:solidFill>
                  <a:srgbClr val="2B2D38"/>
                </a:solidFill>
                <a:latin typeface="Aptos"/>
                <a:cs typeface="Arial"/>
              </a:rPr>
              <a:t>So that</a:t>
            </a:r>
            <a:r>
              <a:rPr lang="en-IN" sz="1600">
                <a:solidFill>
                  <a:srgbClr val="2B2D38"/>
                </a:solidFill>
                <a:latin typeface="Aptos"/>
                <a:cs typeface="Arial"/>
              </a:rPr>
              <a:t> I can present priorities to leadership.</a:t>
            </a:r>
          </a:p>
          <a:p>
            <a:pPr>
              <a:spcBef>
                <a:spcPts val="0"/>
              </a:spcBef>
              <a:buNone/>
            </a:pPr>
            <a:endParaRPr lang="en-IN" sz="1600">
              <a:solidFill>
                <a:srgbClr val="2B2D38"/>
              </a:solidFill>
              <a:latin typeface="Aptos"/>
              <a:cs typeface="Arial"/>
            </a:endParaRPr>
          </a:p>
          <a:p>
            <a:pPr>
              <a:spcBef>
                <a:spcPts val="0"/>
              </a:spcBef>
              <a:buNone/>
            </a:pPr>
            <a:r>
              <a:rPr lang="en-IN" sz="1600" b="1">
                <a:solidFill>
                  <a:srgbClr val="2B2D38"/>
                </a:solidFill>
                <a:latin typeface="Aptos"/>
                <a:ea typeface="+mn-lt"/>
                <a:cs typeface="+mn-lt"/>
              </a:rPr>
              <a:t>As a </a:t>
            </a:r>
            <a:r>
              <a:rPr lang="en-IN" sz="1600">
                <a:solidFill>
                  <a:srgbClr val="2B2D38"/>
                </a:solidFill>
                <a:latin typeface="Aptos"/>
                <a:ea typeface="+mn-lt"/>
                <a:cs typeface="+mn-lt"/>
              </a:rPr>
              <a:t>CISO,</a:t>
            </a:r>
            <a:endParaRPr lang="en-IN" sz="1600">
              <a:solidFill>
                <a:srgbClr val="000000"/>
              </a:solidFill>
              <a:latin typeface="Aptos"/>
              <a:ea typeface="+mn-lt"/>
              <a:cs typeface="+mn-lt"/>
            </a:endParaRPr>
          </a:p>
          <a:p>
            <a:pPr>
              <a:spcBef>
                <a:spcPts val="0"/>
              </a:spcBef>
              <a:buNone/>
            </a:pPr>
            <a:r>
              <a:rPr lang="en-IN" sz="1600">
                <a:solidFill>
                  <a:srgbClr val="2B2D38"/>
                </a:solidFill>
                <a:latin typeface="Aptos"/>
                <a:ea typeface="+mn-lt"/>
                <a:cs typeface="+mn-lt"/>
              </a:rPr>
              <a:t>I</a:t>
            </a:r>
            <a:r>
              <a:rPr lang="en-IN" sz="1600" b="1">
                <a:solidFill>
                  <a:srgbClr val="2B2D38"/>
                </a:solidFill>
                <a:latin typeface="Aptos"/>
                <a:ea typeface="+mn-lt"/>
                <a:cs typeface="+mn-lt"/>
              </a:rPr>
              <a:t> want to</a:t>
            </a:r>
            <a:r>
              <a:rPr lang="en-IN" sz="1600">
                <a:solidFill>
                  <a:srgbClr val="2B2D38"/>
                </a:solidFill>
                <a:latin typeface="Aptos"/>
                <a:ea typeface="+mn-lt"/>
                <a:cs typeface="+mn-lt"/>
              </a:rPr>
              <a:t> compare current and proposed quantum-readiness scores,</a:t>
            </a:r>
            <a:endParaRPr lang="en-IN" sz="1600">
              <a:solidFill>
                <a:srgbClr val="000000"/>
              </a:solidFill>
              <a:latin typeface="Aptos"/>
              <a:ea typeface="+mn-lt"/>
              <a:cs typeface="+mn-lt"/>
            </a:endParaRPr>
          </a:p>
          <a:p>
            <a:pPr>
              <a:spcBef>
                <a:spcPts val="0"/>
              </a:spcBef>
              <a:buNone/>
            </a:pPr>
            <a:r>
              <a:rPr lang="en-IN" sz="1600" b="1">
                <a:solidFill>
                  <a:srgbClr val="2B2D38"/>
                </a:solidFill>
                <a:latin typeface="Aptos"/>
                <a:ea typeface="+mn-lt"/>
                <a:cs typeface="+mn-lt"/>
              </a:rPr>
              <a:t>So that</a:t>
            </a:r>
            <a:r>
              <a:rPr lang="en-IN" sz="1600">
                <a:solidFill>
                  <a:srgbClr val="2B2D38"/>
                </a:solidFill>
                <a:latin typeface="Aptos"/>
                <a:ea typeface="+mn-lt"/>
                <a:cs typeface="+mn-lt"/>
              </a:rPr>
              <a:t> I can understand whether a proposed change improves our security posture.</a:t>
            </a:r>
            <a:endParaRPr lang="en-IN" sz="1600">
              <a:latin typeface="Aptos"/>
            </a:endParaRPr>
          </a:p>
          <a:p>
            <a:pPr>
              <a:buNone/>
            </a:pPr>
            <a:endParaRPr lang="en-IN" sz="1600">
              <a:solidFill>
                <a:srgbClr val="2B2D38"/>
              </a:solidFill>
              <a:latin typeface="Aptos"/>
              <a:cs typeface="Arial"/>
            </a:endParaRPr>
          </a:p>
          <a:p>
            <a:pPr>
              <a:buNone/>
            </a:pPr>
            <a:endParaRPr lang="en-IN" sz="1300">
              <a:solidFill>
                <a:srgbClr val="2B2D38"/>
              </a:solidFill>
              <a:highlight>
                <a:srgbClr val="FFFFFF"/>
              </a:highlight>
              <a:latin typeface="Aptos"/>
              <a:cs typeface="Arial"/>
            </a:endParaRPr>
          </a:p>
          <a:p>
            <a:pPr>
              <a:buNone/>
            </a:pPr>
            <a:endParaRPr lang="en-IN" sz="1300">
              <a:solidFill>
                <a:srgbClr val="2B2D38"/>
              </a:solidFill>
              <a:highlight>
                <a:srgbClr val="FFFFFF"/>
              </a:highlight>
              <a:latin typeface="Aptos"/>
              <a:cs typeface="Arial"/>
            </a:endParaRPr>
          </a:p>
          <a:p>
            <a:pPr>
              <a:buNone/>
            </a:pPr>
            <a:endParaRPr lang="en-IN" sz="1300">
              <a:solidFill>
                <a:srgbClr val="2B2D38"/>
              </a:solidFill>
              <a:highlight>
                <a:srgbClr val="FFFFFF"/>
              </a:highlight>
              <a:latin typeface="Aptos"/>
              <a:cs typeface="Arial"/>
            </a:endParaRPr>
          </a:p>
          <a:p>
            <a:pPr marL="0" indent="0">
              <a:buNone/>
            </a:pPr>
            <a:endParaRPr lang="en-US" sz="1300"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5515947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9D8A5-0142-A7C4-3FBA-A18102F5C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System Setup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83D3D2-7047-B69D-7E75-89370B4A87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latin typeface="Aptos"/>
              </a:rPr>
              <a:t>Roadmap generation</a:t>
            </a:r>
          </a:p>
          <a:p>
            <a:pPr lvl="1"/>
            <a:r>
              <a:rPr lang="en-US" sz="1800">
                <a:latin typeface="Aptos"/>
              </a:rPr>
              <a:t>Python, </a:t>
            </a:r>
            <a:r>
              <a:rPr lang="en-US" sz="1800" err="1">
                <a:latin typeface="Aptos"/>
              </a:rPr>
              <a:t>Jev</a:t>
            </a:r>
            <a:r>
              <a:rPr lang="en-US" sz="1800">
                <a:latin typeface="Aptos"/>
              </a:rPr>
              <a:t>, Claude Sonnet 5-5</a:t>
            </a:r>
          </a:p>
          <a:p>
            <a:r>
              <a:rPr lang="en-US">
                <a:latin typeface="Aptos"/>
              </a:rPr>
              <a:t>Integration simulation</a:t>
            </a:r>
          </a:p>
          <a:p>
            <a:pPr lvl="1"/>
            <a:r>
              <a:rPr lang="en-US" sz="1800">
                <a:latin typeface="Aptos"/>
              </a:rPr>
              <a:t>Python, </a:t>
            </a:r>
            <a:r>
              <a:rPr lang="en-US" sz="1800">
                <a:latin typeface="Aptos"/>
                <a:ea typeface="+mn-lt"/>
                <a:cs typeface="+mn-lt"/>
              </a:rPr>
              <a:t>Quantum Ready scoring engine, Client-provided topology</a:t>
            </a:r>
          </a:p>
          <a:p>
            <a:r>
              <a:rPr lang="en-US">
                <a:latin typeface="Aptos"/>
              </a:rPr>
              <a:t>MCP connectivity</a:t>
            </a:r>
          </a:p>
          <a:p>
            <a:pPr lvl="1"/>
            <a:r>
              <a:rPr lang="en-US" sz="1800">
                <a:latin typeface="Aptos"/>
                <a:ea typeface="+mn-lt"/>
                <a:cs typeface="+mn-lt"/>
              </a:rPr>
              <a:t>Python, MCP Python SDK, </a:t>
            </a:r>
            <a:r>
              <a:rPr lang="en-US" sz="1800" err="1">
                <a:latin typeface="Aptos"/>
                <a:ea typeface="+mn-lt"/>
                <a:cs typeface="+mn-lt"/>
              </a:rPr>
              <a:t>LeanIX</a:t>
            </a:r>
            <a:r>
              <a:rPr lang="en-US" sz="1800">
                <a:latin typeface="Aptos"/>
                <a:ea typeface="+mn-lt"/>
                <a:cs typeface="+mn-lt"/>
              </a:rPr>
              <a:t> and </a:t>
            </a:r>
            <a:r>
              <a:rPr lang="en-US" sz="1800" err="1">
                <a:latin typeface="Aptos"/>
                <a:ea typeface="+mn-lt"/>
                <a:cs typeface="+mn-lt"/>
              </a:rPr>
              <a:t>BlueDolphin</a:t>
            </a:r>
            <a:r>
              <a:rPr lang="en-US" sz="1800">
                <a:latin typeface="Aptos"/>
                <a:ea typeface="+mn-lt"/>
                <a:cs typeface="+mn-lt"/>
              </a:rPr>
              <a:t> APIs, </a:t>
            </a:r>
            <a:r>
              <a:rPr lang="en-US" sz="1800" err="1">
                <a:latin typeface="Aptos"/>
                <a:ea typeface="+mn-lt"/>
                <a:cs typeface="+mn-lt"/>
              </a:rPr>
              <a:t>qros</a:t>
            </a:r>
            <a:r>
              <a:rPr lang="en-US" sz="1800">
                <a:latin typeface="Aptos"/>
                <a:ea typeface="+mn-lt"/>
                <a:cs typeface="+mn-lt"/>
              </a:rPr>
              <a:t> topology schema</a:t>
            </a:r>
            <a:r>
              <a:rPr lang="en-US" sz="1800">
                <a:latin typeface="Aptos"/>
              </a:rPr>
              <a:t> </a:t>
            </a:r>
          </a:p>
          <a:p>
            <a:r>
              <a:rPr lang="en-US">
                <a:latin typeface="Aptos"/>
              </a:rPr>
              <a:t>Chat bot</a:t>
            </a:r>
          </a:p>
          <a:p>
            <a:pPr lvl="1"/>
            <a:r>
              <a:rPr lang="en-US" sz="1800">
                <a:latin typeface="Aptos"/>
                <a:ea typeface="Calibri"/>
                <a:cs typeface="Calibri"/>
              </a:rPr>
              <a:t>Python, </a:t>
            </a:r>
            <a:r>
              <a:rPr lang="en-US" sz="1800" err="1">
                <a:latin typeface="Aptos"/>
                <a:ea typeface="Calibri"/>
                <a:cs typeface="Calibri"/>
              </a:rPr>
              <a:t>FastAPI</a:t>
            </a:r>
            <a:r>
              <a:rPr lang="en-US" sz="1800">
                <a:latin typeface="Aptos"/>
                <a:ea typeface="Calibri"/>
                <a:cs typeface="Calibri"/>
              </a:rPr>
              <a:t>, PostgreSQL, vanilla HTML/JS frontend, provider-agnostic LLM layer</a:t>
            </a:r>
          </a:p>
        </p:txBody>
      </p:sp>
    </p:spTree>
    <p:extLst>
      <p:ext uri="{BB962C8B-B14F-4D97-AF65-F5344CB8AC3E}">
        <p14:creationId xmlns:p14="http://schemas.microsoft.com/office/powerpoint/2010/main" val="33125848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B2CC5-FA14-9D3C-1682-BDB272FCE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Features 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B3DCFE-EA43-62C8-85AB-3AB9F774A9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7989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E127F1-BFD8-E1C8-4BDB-67241AE1CE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Kanban Overview/Contributions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F491A673-8B62-E89C-6CF4-BE798EBD03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0559" y="2776835"/>
            <a:ext cx="11253668" cy="2709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39996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BEE81B-725C-637D-C885-79FC9C547E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Skills Identification &amp; Learning Opportunities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08FADD-CBAA-C96D-B404-5807CBD945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>
                <a:latin typeface="Aptos"/>
              </a:rPr>
              <a:t>Peter</a:t>
            </a:r>
          </a:p>
          <a:p>
            <a:r>
              <a:rPr lang="en-US" err="1">
                <a:latin typeface="Aptos"/>
              </a:rPr>
              <a:t>TypeSafe</a:t>
            </a:r>
            <a:r>
              <a:rPr lang="en-US">
                <a:latin typeface="Aptos"/>
              </a:rPr>
              <a:t> AI's  </a:t>
            </a:r>
            <a:r>
              <a:rPr lang="en-US" err="1">
                <a:latin typeface="Aptos"/>
              </a:rPr>
              <a:t>Jev</a:t>
            </a:r>
            <a:r>
              <a:rPr lang="en-US">
                <a:latin typeface="Aptos"/>
              </a:rPr>
              <a:t>, MCP connectors</a:t>
            </a:r>
          </a:p>
          <a:p>
            <a:pPr marL="0" indent="0">
              <a:buNone/>
            </a:pPr>
            <a:r>
              <a:rPr lang="en-US">
                <a:latin typeface="Aptos"/>
              </a:rPr>
              <a:t>Russell</a:t>
            </a:r>
          </a:p>
          <a:p>
            <a:r>
              <a:rPr lang="en-US">
                <a:latin typeface="Aptos"/>
              </a:rPr>
              <a:t>Working with large amounts of data and normalizing it </a:t>
            </a:r>
          </a:p>
          <a:p>
            <a:pPr marL="0" indent="0">
              <a:buNone/>
            </a:pPr>
            <a:r>
              <a:rPr lang="en-US">
                <a:latin typeface="Aptos"/>
              </a:rPr>
              <a:t>Tony</a:t>
            </a:r>
          </a:p>
          <a:p>
            <a:r>
              <a:rPr lang="en-US">
                <a:latin typeface="Aptos"/>
              </a:rPr>
              <a:t>I</a:t>
            </a:r>
            <a:r>
              <a:rPr lang="en-US">
                <a:latin typeface="Aptos"/>
                <a:ea typeface="+mn-lt"/>
                <a:cs typeface="+mn-lt"/>
              </a:rPr>
              <a:t>nfrastructure topology modeling and dependency analysis</a:t>
            </a:r>
            <a:endParaRPr lang="en-US">
              <a:latin typeface="Aptos"/>
            </a:endParaRPr>
          </a:p>
          <a:p>
            <a:r>
              <a:rPr lang="en-US">
                <a:latin typeface="Aptos"/>
                <a:ea typeface="+mn-lt"/>
                <a:cs typeface="+mn-lt"/>
              </a:rPr>
              <a:t>Readiness scoring and assessment workflows</a:t>
            </a:r>
            <a:endParaRPr lang="en-US">
              <a:latin typeface="Aptos"/>
            </a:endParaRPr>
          </a:p>
          <a:p>
            <a:endParaRPr lang="en-US">
              <a:latin typeface="Aptos"/>
            </a:endParaRPr>
          </a:p>
          <a:p>
            <a:pPr marL="0" indent="0">
              <a:buNone/>
            </a:pPr>
            <a:endParaRPr lang="en-US"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7842693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9CDF2-ABAA-733C-4F80-ADC20D2C3B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AI Disclosure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AF15D4-E961-FAAE-B872-ACA810E2DE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>
                <a:latin typeface="Aptos"/>
              </a:rPr>
              <a:t>Peter</a:t>
            </a:r>
          </a:p>
          <a:p>
            <a:r>
              <a:rPr lang="en-US">
                <a:latin typeface="Aptos"/>
              </a:rPr>
              <a:t>Test case creation, testing </a:t>
            </a:r>
            <a:r>
              <a:rPr lang="en-US" err="1">
                <a:latin typeface="Aptos"/>
              </a:rPr>
              <a:t>Jev</a:t>
            </a:r>
            <a:r>
              <a:rPr lang="en-US">
                <a:latin typeface="Aptos"/>
              </a:rPr>
              <a:t> capabilities</a:t>
            </a:r>
          </a:p>
          <a:p>
            <a:pPr marL="0" indent="0">
              <a:buNone/>
            </a:pPr>
            <a:r>
              <a:rPr lang="en-US">
                <a:latin typeface="Aptos"/>
              </a:rPr>
              <a:t>Russell</a:t>
            </a:r>
          </a:p>
          <a:p>
            <a:r>
              <a:rPr lang="en-US">
                <a:latin typeface="Aptos"/>
              </a:rPr>
              <a:t>Used for some code generation and test cases generation </a:t>
            </a:r>
          </a:p>
          <a:p>
            <a:r>
              <a:rPr lang="en-US">
                <a:latin typeface="Aptos"/>
              </a:rPr>
              <a:t>Used for read me documents as well </a:t>
            </a:r>
          </a:p>
          <a:p>
            <a:pPr marL="0" indent="0">
              <a:buNone/>
            </a:pPr>
            <a:r>
              <a:rPr lang="en-US">
                <a:latin typeface="Aptos"/>
              </a:rPr>
              <a:t>Tony</a:t>
            </a:r>
          </a:p>
          <a:p>
            <a:r>
              <a:rPr lang="en-US">
                <a:latin typeface="Aptos"/>
                <a:ea typeface="+mn-lt"/>
                <a:cs typeface="+mn-lt"/>
              </a:rPr>
              <a:t>Support for reviewing test cases and debugging approaches</a:t>
            </a:r>
            <a:endParaRPr lang="en-US">
              <a:latin typeface="Aptos"/>
            </a:endParaRPr>
          </a:p>
          <a:p>
            <a:r>
              <a:rPr lang="en-US">
                <a:latin typeface="Aptos"/>
                <a:ea typeface="+mn-lt"/>
                <a:cs typeface="+mn-lt"/>
              </a:rPr>
              <a:t>Assistance with understanding simulator architecture and scoring logic</a:t>
            </a:r>
            <a:endParaRPr lang="en-US">
              <a:latin typeface="Aptos"/>
            </a:endParaRPr>
          </a:p>
          <a:p>
            <a:endParaRPr lang="en-US"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32876065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7EAC5-C6A7-F909-25B2-C77CA5A150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Sprint Achievements &amp; Challenges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1BE99A-CDC7-01B9-CCF7-74E54A9247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b="1">
                <a:latin typeface="Aptos"/>
                <a:ea typeface="+mn-lt"/>
                <a:cs typeface="+mn-lt"/>
              </a:rPr>
              <a:t>Sprint Achievements – Tony</a:t>
            </a:r>
            <a:endParaRPr lang="en-US">
              <a:latin typeface="Aptos"/>
            </a:endParaRPr>
          </a:p>
          <a:p>
            <a:r>
              <a:rPr lang="en-US">
                <a:latin typeface="Aptos"/>
                <a:ea typeface="+mn-lt"/>
                <a:cs typeface="+mn-lt"/>
              </a:rPr>
              <a:t>Defined simulator requirements and architecture</a:t>
            </a:r>
            <a:endParaRPr lang="en-US">
              <a:latin typeface="Aptos"/>
            </a:endParaRPr>
          </a:p>
          <a:p>
            <a:r>
              <a:rPr lang="en-US">
                <a:latin typeface="Aptos"/>
                <a:ea typeface="+mn-lt"/>
                <a:cs typeface="+mn-lt"/>
              </a:rPr>
              <a:t>Designed simulator integration with the existing Quantum Ready scoring engine.</a:t>
            </a:r>
          </a:p>
          <a:p>
            <a:pPr marL="0" indent="0">
              <a:buNone/>
            </a:pPr>
            <a:r>
              <a:rPr lang="en-US" b="1">
                <a:latin typeface="Aptos"/>
                <a:ea typeface="+mn-lt"/>
                <a:cs typeface="+mn-lt"/>
              </a:rPr>
              <a:t>Challenges – Tony</a:t>
            </a:r>
            <a:endParaRPr lang="en-US">
              <a:latin typeface="Aptos"/>
            </a:endParaRPr>
          </a:p>
          <a:p>
            <a:r>
              <a:rPr lang="en-US">
                <a:latin typeface="Aptos"/>
                <a:ea typeface="+mn-lt"/>
                <a:cs typeface="+mn-lt"/>
              </a:rPr>
              <a:t>Understanding the existing scoring rubric and topology structure</a:t>
            </a:r>
            <a:endParaRPr lang="en-US">
              <a:latin typeface="Aptos"/>
            </a:endParaRPr>
          </a:p>
          <a:p>
            <a:r>
              <a:rPr lang="en-US">
                <a:latin typeface="Aptos"/>
                <a:ea typeface="+mn-lt"/>
                <a:cs typeface="+mn-lt"/>
              </a:rPr>
              <a:t>Defining integration boundaries across backend components</a:t>
            </a:r>
            <a:endParaRPr lang="en-US">
              <a:latin typeface="Aptos"/>
            </a:endParaRPr>
          </a:p>
          <a:p>
            <a:endParaRPr lang="en-US"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7865031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6FFE6-E220-0749-8394-83C95ABCE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Sprint Achievements &amp; Challenges (cont.)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9E8D03-380F-EC6A-EFE9-D4949898E6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>
                <a:latin typeface="Aptos"/>
              </a:rPr>
              <a:t>Sprint Achievements &amp; Challenges (Peter)</a:t>
            </a:r>
          </a:p>
          <a:p>
            <a:pPr marL="914400" lvl="1" indent="-457200"/>
            <a:r>
              <a:rPr lang="en-US">
                <a:latin typeface="Aptos"/>
              </a:rPr>
              <a:t>Working end-to-end pipeline for generating a roadmap based on a persona</a:t>
            </a:r>
          </a:p>
          <a:p>
            <a:pPr marL="914400" lvl="1" indent="-457200"/>
            <a:r>
              <a:rPr lang="en-US">
                <a:latin typeface="Aptos"/>
              </a:rPr>
              <a:t>Challenges: Working with new technologies (</a:t>
            </a:r>
            <a:r>
              <a:rPr lang="en-US" err="1">
                <a:latin typeface="Aptos"/>
              </a:rPr>
              <a:t>Jev</a:t>
            </a:r>
            <a:r>
              <a:rPr lang="en-US">
                <a:latin typeface="Aptos"/>
              </a:rPr>
              <a:t>)</a:t>
            </a:r>
            <a:endParaRPr lang="en-US" sz="2800">
              <a:latin typeface="Aptos"/>
            </a:endParaRPr>
          </a:p>
          <a:p>
            <a:pPr marL="0" indent="0">
              <a:buNone/>
            </a:pPr>
            <a:r>
              <a:rPr lang="en-US">
                <a:latin typeface="Aptos"/>
              </a:rPr>
              <a:t>Sprint Achievements &amp; Challenges (Russell)</a:t>
            </a:r>
          </a:p>
          <a:p>
            <a:pPr marL="800100" lvl="1" indent="-342900"/>
            <a:r>
              <a:rPr lang="en-US">
                <a:latin typeface="Aptos"/>
              </a:rPr>
              <a:t>Achievements: all sprint items finished and gone beyond sprint objectives into next sprint</a:t>
            </a:r>
          </a:p>
          <a:p>
            <a:pPr marL="800100" lvl="1" indent="-342900"/>
            <a:r>
              <a:rPr lang="en-US">
                <a:latin typeface="Aptos"/>
              </a:rPr>
              <a:t>Challenges: not having </a:t>
            </a:r>
            <a:r>
              <a:rPr lang="en-US" err="1">
                <a:latin typeface="Aptos"/>
              </a:rPr>
              <a:t>leanix</a:t>
            </a:r>
            <a:r>
              <a:rPr lang="en-US">
                <a:latin typeface="Aptos"/>
              </a:rPr>
              <a:t> or </a:t>
            </a:r>
            <a:r>
              <a:rPr lang="en-US" err="1">
                <a:latin typeface="Aptos"/>
              </a:rPr>
              <a:t>bluedolphin</a:t>
            </a:r>
            <a:r>
              <a:rPr lang="en-US">
                <a:latin typeface="Aptos"/>
              </a:rPr>
              <a:t> </a:t>
            </a:r>
            <a:r>
              <a:rPr lang="en-US" err="1">
                <a:latin typeface="Aptos"/>
              </a:rPr>
              <a:t>api</a:t>
            </a:r>
            <a:r>
              <a:rPr lang="en-US">
                <a:latin typeface="Aptos"/>
              </a:rPr>
              <a:t> keys to test</a:t>
            </a:r>
          </a:p>
        </p:txBody>
      </p:sp>
    </p:spTree>
    <p:extLst>
      <p:ext uri="{BB962C8B-B14F-4D97-AF65-F5344CB8AC3E}">
        <p14:creationId xmlns:p14="http://schemas.microsoft.com/office/powerpoint/2010/main" val="25361370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CDD33-3D2C-D786-8160-053D0D904B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Next Steps &amp; Retrospectives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9280AB-0FAC-E2F4-8469-4CCBFD7EE4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buNone/>
            </a:pPr>
            <a:r>
              <a:rPr lang="en-US">
                <a:latin typeface="Aptos"/>
              </a:rPr>
              <a:t>Tony</a:t>
            </a:r>
          </a:p>
          <a:p>
            <a:r>
              <a:rPr lang="en-US">
                <a:latin typeface="Aptos"/>
                <a:ea typeface="+mn-lt"/>
                <a:cs typeface="+mn-lt"/>
              </a:rPr>
              <a:t>Refine simulator interfaces and data contracts</a:t>
            </a:r>
            <a:endParaRPr lang="en-US">
              <a:latin typeface="Aptos"/>
            </a:endParaRPr>
          </a:p>
          <a:p>
            <a:r>
              <a:rPr lang="en-US">
                <a:latin typeface="Aptos"/>
                <a:ea typeface="+mn-lt"/>
                <a:cs typeface="+mn-lt"/>
              </a:rPr>
              <a:t>Validate the architecture using representative scenarios</a:t>
            </a:r>
            <a:endParaRPr lang="en-US">
              <a:latin typeface="Aptos"/>
            </a:endParaRPr>
          </a:p>
          <a:p>
            <a:r>
              <a:rPr lang="en-US">
                <a:latin typeface="Aptos"/>
                <a:ea typeface="+mn-lt"/>
                <a:cs typeface="+mn-lt"/>
              </a:rPr>
              <a:t>Coordinate integration and testing with other backend components</a:t>
            </a:r>
            <a:endParaRPr lang="en-US">
              <a:latin typeface="Aptos"/>
            </a:endParaRPr>
          </a:p>
          <a:p>
            <a:pPr marL="0" indent="0">
              <a:buNone/>
            </a:pPr>
            <a:r>
              <a:rPr lang="en-US">
                <a:latin typeface="Aptos"/>
              </a:rPr>
              <a:t>Peter </a:t>
            </a:r>
          </a:p>
          <a:p>
            <a:r>
              <a:rPr lang="en-US">
                <a:latin typeface="Aptos"/>
                <a:ea typeface="+mn-lt"/>
                <a:cs typeface="+mn-lt"/>
              </a:rPr>
              <a:t>Roadmap generator core engine &amp; persona prompt chains</a:t>
            </a:r>
          </a:p>
          <a:p>
            <a:r>
              <a:rPr lang="en-US">
                <a:latin typeface="Aptos"/>
                <a:ea typeface="+mn-lt"/>
                <a:cs typeface="+mn-lt"/>
              </a:rPr>
              <a:t>role-based output refinement</a:t>
            </a:r>
          </a:p>
          <a:p>
            <a:r>
              <a:rPr lang="en-US">
                <a:latin typeface="Aptos"/>
                <a:ea typeface="+mn-lt"/>
                <a:cs typeface="+mn-lt"/>
              </a:rPr>
              <a:t>EAM input handling</a:t>
            </a:r>
          </a:p>
          <a:p>
            <a:pPr marL="0" indent="0">
              <a:buNone/>
            </a:pPr>
            <a:r>
              <a:rPr lang="en-US">
                <a:latin typeface="Aptos"/>
              </a:rPr>
              <a:t>Russell </a:t>
            </a:r>
          </a:p>
          <a:p>
            <a:r>
              <a:rPr lang="en-US">
                <a:latin typeface="Aptos"/>
              </a:rPr>
              <a:t>Test </a:t>
            </a:r>
            <a:r>
              <a:rPr lang="en-US" err="1">
                <a:latin typeface="Aptos"/>
              </a:rPr>
              <a:t>mcp</a:t>
            </a:r>
            <a:r>
              <a:rPr lang="en-US">
                <a:latin typeface="Aptos"/>
              </a:rPr>
              <a:t> with </a:t>
            </a:r>
            <a:r>
              <a:rPr lang="en-US" err="1">
                <a:latin typeface="Aptos"/>
              </a:rPr>
              <a:t>api</a:t>
            </a:r>
            <a:r>
              <a:rPr lang="en-US">
                <a:latin typeface="Aptos"/>
              </a:rPr>
              <a:t> keys</a:t>
            </a:r>
          </a:p>
          <a:p>
            <a:r>
              <a:rPr lang="en-US">
                <a:latin typeface="Aptos"/>
              </a:rPr>
              <a:t>Integrate </a:t>
            </a:r>
            <a:r>
              <a:rPr lang="en-US" err="1">
                <a:latin typeface="Aptos"/>
              </a:rPr>
              <a:t>llm</a:t>
            </a:r>
            <a:r>
              <a:rPr lang="en-US">
                <a:latin typeface="Aptos"/>
              </a:rPr>
              <a:t> to chat bot </a:t>
            </a:r>
          </a:p>
          <a:p>
            <a:endParaRPr lang="en-US"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9580415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8E465-022A-0C1E-02EB-7B8510FED3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Thanks!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57E721-F5FC-02F2-7490-057E5A8DB7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3432121"/>
      </p:ext>
    </p:extLst>
  </p:cSld>
  <p:clrMapOvr>
    <a:masterClrMapping/>
  </p:clrMapOvr>
</p:sld>
</file>

<file path=ppt/theme/theme1.xml><?xml version="1.0" encoding="utf-8"?>
<a:theme xmlns:a="http://schemas.openxmlformats.org/drawingml/2006/main" name="Editorial">
  <a:themeElements>
    <a:clrScheme name="Editorial">
      <a:dk1>
        <a:sysClr val="windowText" lastClr="000000"/>
      </a:dk1>
      <a:lt1>
        <a:sysClr val="window" lastClr="FFFFFF"/>
      </a:lt1>
      <a:dk2>
        <a:srgbClr val="171717"/>
      </a:dk2>
      <a:lt2>
        <a:srgbClr val="F7F6F3"/>
      </a:lt2>
      <a:accent1>
        <a:srgbClr val="C8350F"/>
      </a:accent1>
      <a:accent2>
        <a:srgbClr val="B6A992"/>
      </a:accent2>
      <a:accent3>
        <a:srgbClr val="D59A6D"/>
      </a:accent3>
      <a:accent4>
        <a:srgbClr val="C7793D"/>
      </a:accent4>
      <a:accent5>
        <a:srgbClr val="DB8464"/>
      </a:accent5>
      <a:accent6>
        <a:srgbClr val="3F7699"/>
      </a:accent6>
      <a:hlink>
        <a:srgbClr val="C8350F"/>
      </a:hlink>
      <a:folHlink>
        <a:srgbClr val="DB8464"/>
      </a:folHlink>
    </a:clrScheme>
    <a:fontScheme name="Editorial">
      <a:majorFont>
        <a:latin typeface="Haettenschweiler" panose="020B0706040902060204"/>
        <a:ea typeface=""/>
        <a:cs typeface=""/>
      </a:majorFont>
      <a:minorFont>
        <a:latin typeface="Trade Gothic Next Light"/>
        <a:ea typeface=""/>
        <a:cs typeface=""/>
      </a:minorFont>
    </a:fontScheme>
    <a:fmtScheme name="Editorial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Editorial" id="{2F21523F-1450-4BBE-8D19-3F14BB3ECA64}" vid="{44B8AA04-B608-4B8B-B4C4-CA5F4F453F5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14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Editorial</vt:lpstr>
      <vt:lpstr>Sprint 1</vt:lpstr>
      <vt:lpstr>Introduction &amp; Objectives</vt:lpstr>
      <vt:lpstr>Requirements &amp; Gathering Processes</vt:lpstr>
      <vt:lpstr>User Stories, Use Cases, and UML</vt:lpstr>
      <vt:lpstr>User Stories, Use Cases, and UML (cont.)</vt:lpstr>
      <vt:lpstr>System Setup</vt:lpstr>
      <vt:lpstr>Features Demo</vt:lpstr>
      <vt:lpstr>Kanban Overview/Contributions</vt:lpstr>
      <vt:lpstr>Skills Identification &amp; Learning Opportunities</vt:lpstr>
      <vt:lpstr>AI Disclosure</vt:lpstr>
      <vt:lpstr>Sprint Achievements &amp; Challenges</vt:lpstr>
      <vt:lpstr>Sprint Achievements &amp; Challenges (cont.)</vt:lpstr>
      <vt:lpstr>Next Steps &amp; Retrospectives</vt:lpstr>
      <vt:lpstr>Thanks!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Liu, Peter</dc:creator>
  <cp:revision>4</cp:revision>
  <dcterms:created xsi:type="dcterms:W3CDTF">2026-10-12T02:09:02Z</dcterms:created>
  <dcterms:modified xsi:type="dcterms:W3CDTF">2026-10-12T04:09:56Z</dcterms:modified>
</cp:coreProperties>
</file>